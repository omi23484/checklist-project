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18872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" y="1188720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16736" y="1188720"/>
            <a:ext cx="164592" cy="16459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09344" y="1188720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01952" y="1188720"/>
            <a:ext cx="164592" cy="164592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CLI Parser</a:t>
            </a:r>
            <a:endParaRPr lang="en-US" sz="5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834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usage guide — every command, option, condition and YAML key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command-line options  ·  35 check conditions  ·  16 check keys  ·  generated from the code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4406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NX-OS · IOS · IOS-XE  ·  September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this guide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914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tools, one pipeline. Colour tags top-right tell you which section you're in.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5087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1764792"/>
            <a:ext cx="146304" cy="146304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97280" y="1664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fetch_logs.py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168249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CLI dumps from an SFTP server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0" y="16824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options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229514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2551176"/>
            <a:ext cx="146304" cy="146304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24505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report.py collect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114800" y="2468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…or SSH to devices directly / reuse .txt dumps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0" y="2468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options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08152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3337560"/>
            <a:ext cx="146304" cy="146304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7280" y="32369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main.py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114800" y="325526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+ parse dumps into JSON snapshots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0" y="32552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options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38679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7240" y="4123944"/>
            <a:ext cx="146304" cy="146304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97280" y="4023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report.py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4114800" y="40416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subcommands: health, delta, trend, search, …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0" y="40416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options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65429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7240" y="4910328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97280" y="48097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checks/*.yaml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4114800" y="48280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'healthy' means — 35 conditions, 16 keys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0" y="482803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48640" y="544068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7240" y="5696712"/>
            <a:ext cx="146304" cy="146304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97280" y="55961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playbook.py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4114800" y="561441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whole chain from one CSV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9692640" y="561441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options + CSV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and where things live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5486400" cy="3291840"/>
          </a:xfrm>
          <a:prstGeom prst="roundRect">
            <a:avLst>
              <a:gd name="adj" fmla="val 2778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1536192"/>
            <a:ext cx="5120640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network_cli_parser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optional extras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netmiko     # collect --devices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paramiko    # fetch_logs.py (SFTP)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tqdm        # progress bars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pytest tests/ -q   # 200 tests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4173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commands.yaml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parser each command uses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203911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templates/ttp/, templates/custom/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231343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TTP and TextFSM templates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266090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data/raw/&lt;date&gt;/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293522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CLI dumps (.txt)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328269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data/json/&lt;date&gt;/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355701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snapshots (one per device)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39044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data/reference/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417880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raw + expected JSON per template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45262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checks/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48006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health-check YAML; checks/devices/{host}.yaml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514807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playbooks/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542239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reference.csv, example.csv, daily_health.csv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9377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3.9+. HTML reports are self-contained files — no web server needed.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start: a daily run in five commands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554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Get the dumps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017520" y="1371600"/>
            <a:ext cx="8595360" cy="841248"/>
          </a:xfrm>
          <a:prstGeom prst="roundRect">
            <a:avLst>
              <a:gd name="adj" fmla="val 10870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0" y="1536192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fetch_logs.py --host 10.0.0.5 --user collector --remote /logs/N9K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5420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Parse them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017520" y="2359152"/>
            <a:ext cx="8595360" cy="841248"/>
          </a:xfrm>
          <a:prstGeom prst="roundRect">
            <a:avLst>
              <a:gd name="adj" fmla="val 10870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00400" y="252374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network_cli_parser/main.py --input network_cli_parser/data/raw/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2958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Check health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017520" y="3346704"/>
            <a:ext cx="8595360" cy="841248"/>
          </a:xfrm>
          <a:prstGeom prst="roundRect">
            <a:avLst>
              <a:gd name="adj" fmla="val 10870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00400" y="3511296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network_cli_parser/report.py health-all --dir data/json/03-May-26/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--default-checks checks/base.yaml --output-dir reports/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5171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What changed?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017520" y="4334256"/>
            <a:ext cx="8595360" cy="841248"/>
          </a:xfrm>
          <a:prstGeom prst="roundRect">
            <a:avLst>
              <a:gd name="adj" fmla="val 10870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200400" y="4498848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network_cli_parser/report.py delta-all --before-dir data/json/02-May-26/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--after-dir data/json/03-May-26/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5046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Automate it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017520" y="5321808"/>
            <a:ext cx="8595360" cy="841248"/>
          </a:xfrm>
          <a:prstGeom prst="roundRect">
            <a:avLst>
              <a:gd name="adj" fmla="val 10870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200400" y="5486400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playbook.py --playbook network_cli_parser/playbooks/daily_health.csv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017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main.py, platform detection, status codes, commands.yaml, wildcards and templates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main.py — parse dumps into snapshots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914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CLI Structured Parser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26948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600200"/>
                <a:gridCol w="3703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/ 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--input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.txt file or directory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--output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directory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--platform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platform: cisco_nxos | cisco_ios | cisco_iosxe (skips auto-detection)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3273552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output — run on the repo's sample data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593592"/>
            <a:ext cx="7269480" cy="2761488"/>
          </a:xfrm>
          <a:prstGeom prst="roundRect">
            <a:avLst>
              <a:gd name="adj" fmla="val 3311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758184"/>
            <a:ext cx="6903720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Processing: data/raw/N9K-WAN-1_03-May-26.txt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hostname:   N9K-WAN-1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platform:   cisco_nxos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timestamp:  03-May-26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commands detected: 10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[parsed    ] show_version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[parsed    ] show_vpc_brief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[parsed    ] show_interface_description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[parsed    ] show_ip_pim_neigh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[parsed    ] show_ip_mroute_summary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[parsed    ] show_ip_mroute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[raw_only  ] show_processes_cpu_history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[raw_only  ] show_logging_last_100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[parsed    ] show_ip_ospf_neighbors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[partial   ] show_ip_pim_rp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data/json/03-May-26/N9K-WAN-1_03-May-26.json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1417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92440" y="178308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75320" y="1947672"/>
            <a:ext cx="3200400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main.py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--input data/raw/03-May-26/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main.py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--input dump.txt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--platform cisco_nxos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092440" y="41148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&lt;output&gt;/&lt;date&gt;/&lt;file&gt;.json — date taken from the filename (host_DD-Mon-YY.txt).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directory input parses every .txt in it.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--platform when a hostname doesn't reveal the OS (see next slide).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detection and status codes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platform is chosen (first match wins)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1828800"/>
            <a:ext cx="411480" cy="41148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1828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81051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--platform flag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21214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wins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606040"/>
            <a:ext cx="411480" cy="41148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606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258775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Filename prefix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898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N9K/N7K/N5K/N3K/N2K → cisco_nxos · CSR/ISR/ASR → cisco_iosxe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383280"/>
            <a:ext cx="411480" cy="41148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383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336499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banner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367588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"Cisco NX-OS", "IOS XE Software", "Cisco IOS Software"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160520"/>
            <a:ext cx="411480" cy="41148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160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143000" y="41422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style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" y="445312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hostname&gt; show … → cisco_ios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937760"/>
            <a:ext cx="411480" cy="41148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4937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491947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523036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cisco_ios, with a [WARN]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21792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of every command in a snapshot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5440680" cy="658368"/>
          </a:xfrm>
          <a:prstGeom prst="roundRect">
            <a:avLst>
              <a:gd name="adj" fmla="val 1388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0" y="201168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720840" y="190195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parsed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19202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data — health checks evaluate it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217920" y="2560320"/>
            <a:ext cx="5440680" cy="658368"/>
          </a:xfrm>
          <a:prstGeom prst="roundRect">
            <a:avLst>
              <a:gd name="adj" fmla="val 1388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00800" y="2788920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720840" y="267919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partial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26974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ran but matched 0 rows (checks still evaluate)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217920" y="3337560"/>
            <a:ext cx="5440680" cy="658368"/>
          </a:xfrm>
          <a:prstGeom prst="roundRect">
            <a:avLst>
              <a:gd name="adj" fmla="val 1388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0" y="3566160"/>
            <a:ext cx="164592" cy="164592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20840" y="34564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raw_only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321040" y="34747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as skip; raw text kept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217920" y="4114800"/>
            <a:ext cx="5440680" cy="658368"/>
          </a:xfrm>
          <a:prstGeom prst="roundRect">
            <a:avLst>
              <a:gd name="adj" fmla="val 1388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0" y="4343400"/>
            <a:ext cx="164592" cy="16459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720840" y="423367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no_template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321040" y="42519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registered, nothing auto-discovered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217920" y="4892040"/>
            <a:ext cx="5440680" cy="658368"/>
          </a:xfrm>
          <a:prstGeom prst="roundRect">
            <a:avLst>
              <a:gd name="adj" fmla="val 1388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00800" y="5120640"/>
            <a:ext cx="164592" cy="16459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720840" y="501091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8321040" y="50292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 raised an error; raw text kept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217920" y="5806440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against no_template / failed / raw_only commands report ERROR — never a silent pass.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commands.yaml — choosing a parser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914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Top-level keys: cisco_nxos, cisco_ios, cisco_iosxe. Under each: raw command → strategy.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463040"/>
            <a:ext cx="6035040" cy="4206240"/>
          </a:xfrm>
          <a:prstGeom prst="roundRect">
            <a:avLst>
              <a:gd name="adj" fmla="val 2174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627632"/>
            <a:ext cx="5669280" cy="3877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cisco_nxos: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show version:                  # NTC library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parser: ntc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template: show version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show ip pim neigh:             # your TextFSM file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parser: custom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template: cisco_nxos_show_ip_pim_neigh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show ip bgp summary vrf all:   # your TTP file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parser: ttp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template: cisco_nxos_show_ip_bgp_summary_vrf_all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show logging last 100:         # keep raw only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parser: raw_only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903720" y="15087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parser: ntc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84708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= the NTC command string (e.g. "show version").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903720" y="23774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parser: custom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71576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= TextFSM file stem under templates/custom/ (any subfolder).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3246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parser: ttp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903720" y="358444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= TTP file stem under templates/ttp/ (any subfolder).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4114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parser: raw_only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445312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template key. Raw text kept, status raw_only.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49834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(not listed)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532180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Auto-discovery: NTC → {platform}_{cmd}.textfsm → {platform}_{cmd}.ttp → no_template.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are written with spaces; they're normalised on load. A duplicate after normalising warns, and the last one wins.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keys: wildcards, pipes, repeats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76656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37033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type / device runs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 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show ip bgp summary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show_ip_bgp_summary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show ip bgp summary | include 65001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show_ip_bgp_summary_include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show ip route | begin 10.0.0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show_ip_route_begin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show mac address-table count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show_mac_address-table_count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show ip bgp neighbors 10.0.0.1 routes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show_ip_bgp_neighbors_10.0.0.1_routes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show bgp sessions  (2nd time in dump)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show_bgp_sessions__2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543800" y="1508760"/>
            <a:ext cx="146304" cy="146304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18120" y="14173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Spaces → _ ; lower-case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1746504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Hyphens, dots and slashes are kept as-is.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543800" y="2423160"/>
            <a:ext cx="146304" cy="146304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18120" y="2331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Pipes keep only the filter type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2660904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include X → _include. Piped output gets its own template.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543800" y="3337560"/>
            <a:ext cx="146304" cy="146304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818120" y="32461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in a key = one token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818120" y="3575304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ip bgp neighbors * routes matches any IP — but not '… vrf RED routes'.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543800" y="4251960"/>
            <a:ext cx="146304" cy="146304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818120" y="4160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beats wildcard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818120" y="4489704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specific key always wins; wildcards are never sent by collect.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543800" y="5166360"/>
            <a:ext cx="146304" cy="146304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18120" y="50749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Repeats: cmd__2, cmd__3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818120" y="5404104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 with the same parser as the first capture.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template for a new command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6583680" cy="804672"/>
          </a:xfrm>
          <a:prstGeom prst="roundRect">
            <a:avLst>
              <a:gd name="adj" fmla="val 1136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146304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real output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17830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the command from a real device — not a doc sample. Put it in data/reference/&lt;area&gt;/{platform}_{cmd}.txt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304288"/>
            <a:ext cx="6583680" cy="804672"/>
          </a:xfrm>
          <a:prstGeom prst="roundRect">
            <a:avLst>
              <a:gd name="adj" fmla="val 1136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239572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template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27157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templates/ttp/&lt;area&gt;/{platform}_{cmd}.ttp — named like the snapshot key, so it's auto-discovered.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236976"/>
            <a:ext cx="6583680" cy="804672"/>
          </a:xfrm>
          <a:prstGeom prst="roundRect">
            <a:avLst>
              <a:gd name="adj" fmla="val 1136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401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3328416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it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364845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test-template --template … --raw … prints the parsed JSON.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169664"/>
            <a:ext cx="6583680" cy="804672"/>
          </a:xfrm>
          <a:prstGeom prst="roundRect">
            <a:avLst>
              <a:gd name="adj" fmla="val 1136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4334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4261104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expected output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458114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{platform}_{cmd}_parsed.json beside the raw sample.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102352"/>
            <a:ext cx="6583680" cy="804672"/>
          </a:xfrm>
          <a:prstGeom prst="roundRect">
            <a:avLst>
              <a:gd name="adj" fmla="val 1136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1280160" y="5193792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(optional)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280160" y="551383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commands.yaml to make it explicit, or for collect to run it.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498080" y="1371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TTP rules that bite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498080" y="1828800"/>
            <a:ext cx="4114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Repeating rows: &lt;group name="rows*"&gt; — without * one row becomes a dict.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start line per record; never two alternate header lines.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| inside re("…") — TTP reads it as a filter.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backslashes: re("\\d+"), not re("\d+").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sibling sections with | _end_ on their last line.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Whitespace between {{ }} tags is flexible.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017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— 13 subcommands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option of every subcommand, with an example and tips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collect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914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snapshots via SSH or process existing .txt dumps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26948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600200"/>
                <a:gridCol w="3703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/ 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--devices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devices.yaml (SSH mode)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--from-dir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Directory of .txt dumps (offline mode)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--raw-dir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to write .txt dumps (SSH mode; default: output-dir)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--output-dir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default: data/json/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to write JSON snapshots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--password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Override password for all devices (SSH mode)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8092440" y="1417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092440" y="178308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1947672"/>
            <a:ext cx="3200400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SSH, every registered command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report.py collect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--devices devices.yaml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--output-dir data/json/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offline: re-parse old dumps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report.py collect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--from-dir data/raw/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41148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exactly one of: --devices or --from-dir.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 mode needs pip install netmiko.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--raw-dir keeps the .txt dumps it collected.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devices.yaml format: next slide.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devices.yaml — for collect --devices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280160"/>
            <a:ext cx="5669280" cy="5120640"/>
          </a:xfrm>
          <a:prstGeom prst="roundRect">
            <a:avLst>
              <a:gd name="adj" fmla="val 1786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1444752"/>
            <a:ext cx="5303520" cy="4791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username: admin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password: ""        # blank → use --password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timeout: 30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hostname: N9K-CAMA-WAN-1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host: 192.168.1.1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platform: cisco_nxos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hostname: IOS-RTR-1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host: 10.0.0.1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platform: cisco_ios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username: ops       # per-device override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hostname: N9K-CAMA-WAN-2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host: 192.168.1.2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platform: cisco_nxos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commands:           # optional explicit list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show version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hostname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170992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name; also names the output files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3317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26700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or DNS name to SSH to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32918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platform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363016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cisco_nxos → cisco_nxos_ssh · cisco_ios → cisco_ios · cisco_iosxe → cisco_xe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4251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username / password / timeout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459028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device, else from defaults: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52120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555040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list; default = every non-raw_only command registered for the platform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parse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914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Quick-parse a raw CLI output file and print JSON to stdout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26948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600200"/>
                <a:gridCol w="3703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/ 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--platform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platform (e.g. cisco_nxos)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--command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 string (e.g. 'show ip bgp summary')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--raw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 to raw output file; reads stdin if omitted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3273552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output — run on the repo's sample data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593592"/>
            <a:ext cx="7269480" cy="2761488"/>
          </a:xfrm>
          <a:prstGeom prst="roundRect">
            <a:avLst>
              <a:gd name="adj" fmla="val 3311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758184"/>
            <a:ext cx="6903720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Status:   parsed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Command:  show_ip_ospf_neighbors  (cisco_nxos)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"neighbors": [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"neighbor_id": "10.0.2.2",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"priority": "1",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"state": "FULL/ -",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"uptime": "5w2d",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"address": "10.0.2.2",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"interface": "Eth1/1"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"neighbor_id": "10.0.2.6",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1417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92440" y="178308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75320" y="1947672"/>
            <a:ext cx="3200400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report.py parse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--platform cisco_nxos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--command "show ip bgp summary"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--raw bgp.txt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 bgp.txt | report.py parse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--platform cisco_nxos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--command "show ip bgp summary"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092440" y="41148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files written — prints status and JSON.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1 unless status is parsed or partial.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 same dispatch as main.py.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test-template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914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TextFSM/TTP template against raw CLI output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26948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600200"/>
                <a:gridCol w="3703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/ 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--template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Template file (.textfsm or .ttp)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--raw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CLI output file (.txt)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--command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 string for auto-discovery 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--platform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for auto-discovery mode (e.g. cisco_nxos)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3657600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output — run on the repo's sample data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977640"/>
            <a:ext cx="7269480" cy="1289304"/>
          </a:xfrm>
          <a:prstGeom prst="roundRect">
            <a:avLst>
              <a:gd name="adj" fmla="val 7092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4142232"/>
            <a:ext cx="6903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Template: templates/ttp/fhrp/cisco_ios_show_standby_brief.ttp  [ttp]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Rows:     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Columns:  groups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 5 rows: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{"groups": [{"interface": "Vlan10", "group": "10", "priority": "110", "preempt": "P", "st…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1417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92440" y="178308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75320" y="1947672"/>
            <a:ext cx="3200400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report.py test-template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--template templates/ttp/x.ttp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--raw sample.txt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find it by convention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report.py test-template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--platform cisco_nxos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--command "show vpc" --raw vpc.txt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092440" y="41148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--template, or --platform + --command to auto-discover.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.textfsm or .ttp, detected by extension.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1 if the template isn't found or errors.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validate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914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 checks YAML for syntax errors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26948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600200"/>
                <a:gridCol w="3703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/ 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--checks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 checks YAML to validate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2505456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output — run on the repo's sample data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825496"/>
            <a:ext cx="7269480" cy="534924"/>
          </a:xfrm>
          <a:prstGeom prst="roundRect">
            <a:avLst>
              <a:gd name="adj" fmla="val 17094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990088"/>
            <a:ext cx="69037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 — 7 check(s) validated: checks/example_health_checks.yaml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1417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92440" y="178308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75320" y="1947672"/>
            <a:ext cx="3200400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report.py validate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--checks checks/base.yaml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OK — N check(s) validated: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checks/base.yaml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092440" y="41148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missing name/command/path, a non-mapping count:, bad branches.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condition names are warnings, not errors.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in CI before any health run.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baseline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914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 check YAML from a snapshot's current values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26948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600200"/>
                <a:gridCol w="3703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/ 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--snapshot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 JSON file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--output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YAML file; default: stdout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2889504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output — run on the repo's sample data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209544"/>
            <a:ext cx="7269480" cy="3099816"/>
          </a:xfrm>
          <a:prstGeom prst="roundRect">
            <a:avLst>
              <a:gd name="adj" fmla="val 2950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374136"/>
            <a:ext cx="6903720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AUTO-GENERATED baseline — review before use.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Delete or adjust dynamic fields (counters, uptime, timestamps).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Generated: 2026-09-28 12:33  Source: N9K-WAN-1_03-May-26.json  Host: N9K-WAN-1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'[show_interface_description] port baseline'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command: show_interface_description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path: '[0].port'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condition: eq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value: Eth1/1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severity: warn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'[show_interface_description] type baseline'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command: show_interface_description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path: '[0].type'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condition: eq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value: ''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severity: warn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1417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92440" y="178308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75320" y="1947672"/>
            <a:ext cx="3200400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report.py baseline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--snapshot data/json/N9K.json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--output checks/n9k_baseline.yaml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092440" y="41148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an eq check for every scalar field of every parsed command.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generated checks are severity: warn.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counters/uptimes before using it.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coverage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914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which parsed commands have health checks and which do not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26948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600200"/>
                <a:gridCol w="3703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/ 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--snapshot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 JSON file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--checks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 checks YAML (optional — shows full gap analysis when provided)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--output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JSON file; default: stdout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3273552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output — run on the repo's sample data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593592"/>
            <a:ext cx="7269480" cy="1892808"/>
          </a:xfrm>
          <a:prstGeom prst="roundRect">
            <a:avLst>
              <a:gd name="adj" fmla="val 4831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758184"/>
            <a:ext cx="690372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 coverage: N9K-WAN-1  (03-May-26)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parsed commands:              7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health checks defined:        7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covered (parsed + checked):   6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parsed but unchecked:         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checks with no snapshot data: 0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[Parsed but unchecked — consider adding health checks:]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show_ip_mroute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1417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92440" y="178308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75320" y="1947672"/>
            <a:ext cx="3200400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report.py coverage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--snapshot data/json/N9K.json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--checks checks/base.yaml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092440" y="41148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parsed commands that no check looks at.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--checks every parsed command shows as unchecked — useful as an inventory.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health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914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health checks against a snapshot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26948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600200"/>
                <a:gridCol w="3703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/ 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--snapshot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 JSON file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--checks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health checks YAML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--device-checks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Device-specific checks YAML (overrides on name clash)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--baseline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Previous snapshot JSON for compare_baseline: checks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--output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file (.json or .html); default: stdout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--tags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Comma-separated tag filter — only run checks with any of these tags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--verify-only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 (on/off)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checks and print results but write no output files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--report-mode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| detailed | simple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default: both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HTML output mode: both (default), detailed only, or simple dashboard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8092440" y="1417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092440" y="178308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1947672"/>
            <a:ext cx="3200400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report.py health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--snapshot data/json/N9K.json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--checks checks/base.yaml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--device-checks checks/devices/N9K.yaml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--output reports/n9k.html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--tags bgp,ospf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41148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--output .html → detailed + _simple.html (see --report-mode); .json → machine-readable.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1 on any critical fail or error.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--baseline enables compare_baseline: checks.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health-all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914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health checks across a directory of snapshots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26948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600200"/>
                <a:gridCol w="3703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/ 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--dir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Directory of JSON snapshots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--default-checks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health checks YAML (applies to all devices)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--device-checks-dir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Directory of per-device YAML files named {hostname}.yaml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--output-dir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default: health-reports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directory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--output-file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Combined HTML report filename inside output-dir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--format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html | json | both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default: html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Per-device report format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--since-days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process snapshots newer than N days ago or a specific date (e.g. 03-May-2026)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--baseline-dir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Directory of previous snapshots for compare_baseline: checks (matched by hostname)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--tags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Comma-separated tag filter — only run checks with any of these tags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--verify-only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 (on/off)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checks and print results but write no output files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--report-mode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| detailed | simple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default: both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HTML output mode: both (default), detailed only, or simple dashboard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8092440" y="1417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092440" y="178308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1947672"/>
            <a:ext cx="3200400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report.py health-all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--dir data/json/03-May-26/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--default-checks checks/base.yaml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--device-checks-dir checks/devices/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--baseline-dir data/json/02-May-26/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--output-dir reports/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41148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combined HTML: check × device matrix + per-device detail.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--format json/both also writes {host}_health.json per device.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--since-days accepts N or a date like 03-May-2026.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health-diff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914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 two health report JSON files — show what changed between runs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26948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600200"/>
                <a:gridCol w="3703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/ 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--before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Older health report JSON (output of 'health')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--after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Newer health report JSON (output of 'health')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--output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file (.json or .html); default: stdout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3273552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output — run on the repo's sample data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593592"/>
            <a:ext cx="7269480" cy="2496312"/>
          </a:xfrm>
          <a:prstGeom prst="roundRect">
            <a:avLst>
              <a:gd name="adj" fmla="val 3663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758184"/>
            <a:ext cx="6903720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 diff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host:   N9K-WAN-1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before: 03-May-26  (before.json)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after:  03-May-26  (after.json)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regressions: 0  fixed: 0  added: 0  removed: 0  unchanged: 7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[--     ] Show version has OS version  (PASS → PASS)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[--     ] Hostname is set  (PASS → PASS)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[--     ] VPC peer link status is up  (FAIL → FAIL)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[--     ] No interface description contains DECOM  (PASS → PASS)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[--     ] Multicast routes present  (PASS → PASS)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[--     ] All OSPF neighbors in FULL state  (PASS → PASS)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[--     ] PIM neighbors present  (PASS → PASS)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1417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92440" y="178308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75320" y="1947672"/>
            <a:ext cx="3200400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report.py health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--snapshot old.json --checks c.yaml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--output before.json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report.py health-diff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--before before.json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--after after.json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--output diff.html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092440" y="41148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are health JSON results, not snapshots.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regressed / fixed / added / removed.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1 if anything regressed.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health-trend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914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trend report across multiple health result JSON files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26948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600200"/>
                <a:gridCol w="3703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/ 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--runs-dir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Directory of health JSON files (output of 'health --output FILE.json')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--checks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Checks YAML (for context labels; optional)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--output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default: health_trend.html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HTML file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3273552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output — run on the repo's sample data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593592"/>
            <a:ext cx="7269480" cy="1289304"/>
          </a:xfrm>
          <a:prstGeom prst="roundRect">
            <a:avLst>
              <a:gd name="adj" fmla="val 7092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758184"/>
            <a:ext cx="6903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 Trend: 2 run(s) from history/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03-May-26            N9K-WAN-1                        pass:6 fail:1 error:0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03-May-26            N9K-WAN-1                        pass:6 fail:1 error:0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trend.html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1417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92440" y="178308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75320" y="1947672"/>
            <a:ext cx="3200400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report.py health-trend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--runs-dir history/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--output trend.html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092440" y="41148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--runs-dir holds health JSON files from many runs.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check, one column per run, with a sparkline.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1 if the directory is missing or has no JSON.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delta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914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two JSON snapshots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26948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600200"/>
                <a:gridCol w="3703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/ 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--before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Older snapshot JSON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--after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Newer snapshot JSON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--output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file (.json or .html); default: stdout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3273552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output — run on the repo's sample data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593592"/>
            <a:ext cx="7269480" cy="2761488"/>
          </a:xfrm>
          <a:prstGeom prst="roundRect">
            <a:avLst>
              <a:gd name="adj" fmla="val 3311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758184"/>
            <a:ext cx="6903720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Delta report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host:   TEST-N9K-1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before: 29-May-26  (data/json/TEST-N9K-1_29-May-26.json)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after:  29-May-26  (data/json/TEST-N9K-2_29-May-26.json)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added:     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removed:   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changed:   9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unchanged: 2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[~] show_interface_description  (4 diff(s))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parsed[port=Eth1/4].description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before: server-rack-A-bond0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after:  DECOM-server-rack-A-bond0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parsed[port=Eth1/6]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before: None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1417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92440" y="178308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75320" y="1947672"/>
            <a:ext cx="3200400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report.py delta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--before data/json/02-May-26/N9K.json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--after  data/json/03-May-26/N9K.json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--output delta.html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092440" y="41148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are matched by neighbor/address (unique key), not position.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.html or .json; stdout JSON if omitted.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delta-all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914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Per-device delta across two snapshot directories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26948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600200"/>
                <a:gridCol w="3703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/ 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--before-dir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Directory of 'before' snapshots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--after-dir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Directory of 'after' snapshots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--output-dir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default: delta-reports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directory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--output-file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 HTML filename inside output-dir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--format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html | json | both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default: html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Per-device report format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8092440" y="1417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092440" y="178308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1947672"/>
            <a:ext cx="3200400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report.py delta-all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--before-dir data/json/02-May-26/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--after-dir  data/json/03-May-26/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--format both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41148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are matched by hostname.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an index page plus one report per device.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1 if no devices matched at all.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search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914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for a string across all snapshot commands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26948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600200"/>
                <a:gridCol w="3703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/ 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--dir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Directory of JSON snapshots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--query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string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--command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 search to one command 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--raw-only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 (on/off)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only raw 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--parsed-only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 (on/off)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only parsed JSON values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--case-sensitive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 (on/off)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Case-sensitive match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--context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default: 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N lines of surrounding raw context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8092440" y="1417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092440" y="178308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1947672"/>
            <a:ext cx="3200400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report.py search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--dir data/json/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--query 10.0.0.100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--context 2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41148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 raw text and parsed values by default.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1 if nothing found; exit 2 for an empty query.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Outputs, report modes, exit codes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325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written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7830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--output x.html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063240" y="178308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report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441448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--output x.json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063240" y="244144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machine-readable JSON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099816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(no --output)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063240" y="3099816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to stdout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758184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--report-mode both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063240" y="3758184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+ x_simple.html (default)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41655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--report-mode detailed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063240" y="441655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report only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074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--report-mode simple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063240" y="50749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status-only dashboard: no raw output, no IPs — safe to forward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25880"/>
          <a:ext cx="5440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337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Subcommand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Exits non-zero when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health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critical check fails or any check errors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health-all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device has a critical fail or error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health-diff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check regressed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health-trend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dir missing / no parseable JSON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validate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validation error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match (2 = empty query)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parse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not parsed/partial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test-template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template missing or errors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delta-all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devices matched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collect (SSH)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device fails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coverage, baseline, delta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017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Health-check YAML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layout, paths, all 35 conditions and every check feature</a:t>
            </a:r>
            <a:endParaRPr lang="en-US" sz="1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Health-check YAML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file structure and all 16 keys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280160"/>
            <a:ext cx="5394960" cy="5029200"/>
          </a:xfrm>
          <a:prstGeom prst="roundRect">
            <a:avLst>
              <a:gd name="adj" fmla="val 1818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1444752"/>
            <a:ext cx="5029200" cy="470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checks: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"BGP peers established"   # required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command: show_ip_bgp_summary     # snapshot key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path: "neighbors[*].state"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condition: eq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value: "Established"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severity: critical               # critical|warn|info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match: all                       # all|any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tags: [bgp, wan]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skip_if: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metadata: hostname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condition: matches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value: "^(?!WAN-)"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print: "{{[*]}} is {{value}}"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1325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60020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· unique; device files override by name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961120" y="1325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0" y="160020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key (spaces → _)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568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23113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look — next slide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19568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condition + value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0" y="223113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test (35 conditions)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58775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conditions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86207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— ALL must pass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961120" y="258775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branches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961120" y="286207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/ elif / else per row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2186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cross_check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49300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these rows… THEN assert those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961120" y="32186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961120" y="349300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items the path finds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38496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compare_baseline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0" y="412394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a previous snapshot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961120" y="38496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961120" y="412394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hostname / platform / time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217920" y="4480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217920" y="475488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(default) or any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8961120" y="4480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961120" y="475488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(default) · warn · info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217920" y="5111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skip_if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217920" y="538581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on a metadata condition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961120" y="5111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tags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961120" y="538581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with --tags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6217920" y="57424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217920" y="601675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or a template string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961120" y="57424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(no condition)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961120" y="601675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print-only / display check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Health-check YAML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syntax — pointing at values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665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566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[0].version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row's version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[*].status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of every row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neighbors[*].state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of every neighbor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vrfs[*].summary.total_routes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VRF's total_routes (dict values expand too)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vrfs[default].entries[*]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literal key — one VRF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peers[10.2.240.1].state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key containing dots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[*][*].address_family[*].pfx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wildcard levels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680960" y="1371600"/>
            <a:ext cx="3977640" cy="603504"/>
          </a:xfrm>
          <a:prstGeom prst="roundRect">
            <a:avLst>
              <a:gd name="adj" fmla="val 1515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63840" y="149961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[N]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869680" y="152704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into a list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680960" y="2103120"/>
            <a:ext cx="3977640" cy="603504"/>
          </a:xfrm>
          <a:prstGeom prst="roundRect">
            <a:avLst>
              <a:gd name="adj" fmla="val 1515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63840" y="223113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[*]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869680" y="225856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of a list, or every value of a dict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680960" y="2834640"/>
            <a:ext cx="3977640" cy="603504"/>
          </a:xfrm>
          <a:prstGeom prst="roundRect">
            <a:avLst>
              <a:gd name="adj" fmla="val 1515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863840" y="29626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[key]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869680" y="299008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literal dict key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680960" y="3566160"/>
            <a:ext cx="3977640" cy="603504"/>
          </a:xfrm>
          <a:prstGeom prst="roundRect">
            <a:avLst>
              <a:gd name="adj" fmla="val 1515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863840" y="369417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.field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869680" y="372160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key of the current dict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7680960" y="4434840"/>
            <a:ext cx="3977640" cy="1783080"/>
          </a:xfrm>
          <a:prstGeom prst="roundRect">
            <a:avLst>
              <a:gd name="adj" fmla="val 5128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63840" y="4572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items = pass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493776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[*] finds nothing in a parsed command, match: all passes vacuously. Use count: or match: any when "none" should fail.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Health-check YAML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35 conditions (1/2)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914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condition: &lt;name&gt; + value: &lt;expected&gt;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417320"/>
            <a:ext cx="3566160" cy="4846320"/>
          </a:xfrm>
          <a:prstGeom prst="roundRect">
            <a:avLst>
              <a:gd name="adj" fmla="val 256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15727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 ·  6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057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20574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— '10' eq 10 passes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2624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788920" y="262432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equal (numeric-aware)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1912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788920" y="319125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greater than (number)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37581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gte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788920" y="375818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(number)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3251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788920" y="4325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than (number)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892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lte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2788920" y="48920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(number)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297680" y="1417320"/>
            <a:ext cx="3566160" cy="4846320"/>
          </a:xfrm>
          <a:prstGeom prst="roundRect">
            <a:avLst>
              <a:gd name="adj" fmla="val 256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26280" y="15727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&amp; sets  ·  5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4526280" y="2057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contains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537960" y="20574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substring present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2624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not_contains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537960" y="262432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substring absent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526280" y="31912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matches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537960" y="319125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search matches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26280" y="37581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one_of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6537960" y="375818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is in a YAML list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526280" y="43251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not_one_of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537960" y="4325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is not in the list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046720" y="1417320"/>
            <a:ext cx="3566160" cy="4846320"/>
          </a:xfrm>
          <a:prstGeom prst="roundRect">
            <a:avLst>
              <a:gd name="adj" fmla="val 256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75320" y="15727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 ·  4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8275320" y="2057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duration_gt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10287000" y="20574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than — '5w2d' vs '2d'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75320" y="2624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duration_gte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10287000" y="262432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75320" y="31912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duration_lt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10287000" y="319125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shorter than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8275320" y="37581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duration_lte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10287000" y="375818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most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Health-check YAML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35 conditions (2/2)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914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diff_* only inside compare_baseline: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417320"/>
            <a:ext cx="3566160" cy="4846320"/>
          </a:xfrm>
          <a:prstGeom prst="roundRect">
            <a:avLst>
              <a:gd name="adj" fmla="val 256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15727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 ·  6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057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len_eq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20574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len() equals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2624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len_ne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788920" y="262432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len() differs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1912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len_gt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788920" y="319125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len() &gt;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37581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len_gte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788920" y="375818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len() ≥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3251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len_lt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788920" y="4325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len() &lt;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892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len_lte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2788920" y="48920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len() ≤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297680" y="1417320"/>
            <a:ext cx="3566160" cy="4846320"/>
          </a:xfrm>
          <a:prstGeom prst="roundRect">
            <a:avLst>
              <a:gd name="adj" fmla="val 256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26280" y="15727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 ·  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4526280" y="2057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date_before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537960" y="20574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earlier than value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2624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date_after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537960" y="262432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later than value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526280" y="31912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date_within_days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537960" y="319125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most N days old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26280" y="37581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date_older_than_days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6537960" y="375818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N days old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046720" y="1417320"/>
            <a:ext cx="3566160" cy="4846320"/>
          </a:xfrm>
          <a:prstGeom prst="roundRect">
            <a:avLst>
              <a:gd name="adj" fmla="val 256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75320" y="15727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diff  ·  10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8275320" y="2057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diff_eq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10287000" y="20574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|now−then| = value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8275320" y="24597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diff_ne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10287000" y="245973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|now−then| ≠ value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75320" y="28620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diff_gt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10287000" y="28620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|now−then| &gt; value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75320" y="32644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diff_gte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10287000" y="326440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|now−then| ≥ value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8275320" y="36667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diff_lt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10287000" y="366674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|now−then| &lt; value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8275320" y="4069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diff_lte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10287000" y="406908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|now−then| ≤ value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8275320" y="44714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diff_pct_gt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10287000" y="447141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&gt; value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8275320" y="4873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diff_pct_gte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10287000" y="487375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≥ value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8275320" y="52760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diff_pct_lt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10287000" y="527608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&lt; value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8275320" y="56784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diff_pct_lte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10287000" y="567842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≤ value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Health-check YAML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duration and date formats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3258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Durations — duration_* conditions</a:t>
            </a:r>
            <a:endParaRPr lang="en-US" sz="1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7432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5w2d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weeks 2 days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2d03h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days 3 hours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1y3w2d4h5m6s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unit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00:03:42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HH:MM:SS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15:30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MM:SS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30m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minutes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5week2day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spelled-out units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never · n/a · -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seconds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seconds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6217920" y="13258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— date_* conditions and --since-days</a:t>
            </a:r>
            <a:endParaRPr lang="en-US" sz="1600" dirty="0"/>
          </a:p>
        </p:txBody>
      </p:sp>
      <p:graphicFrame>
        <p:nvGraphicFramePr>
          <p:cNvPr id="6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78308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7432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03-May-2026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DD-Mon-YYYY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03-May-26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DD-Mon-YY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03-05-2026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DD-MM-YYYY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03/05/2026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DD/MM/YYYY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2026-05-03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YYYY-MM-DD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2026/05/03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YYYY/MM/DD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May 3 2026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 DD YYYY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03 May 2026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 Mon YYYY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2026-05-03T14:30:00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with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Health-check YAML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conditions: — several tests, all must pass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6675120" cy="2203704"/>
          </a:xfrm>
          <a:prstGeom prst="roundRect">
            <a:avLst>
              <a:gd name="adj" fmla="val 4149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1536192"/>
            <a:ext cx="6309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"Prefix count in range"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command: show_ip_bgp_summary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path: "neighbors[*].prefixes_received"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conditions: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condition: gte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value: 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condition: 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value: 500000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84962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verdict — this YAML run through evaluate_checks() on a sample snapshot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4169664"/>
            <a:ext cx="6675120" cy="731520"/>
          </a:xfrm>
          <a:prstGeom prst="roundRect">
            <a:avLst>
              <a:gd name="adj" fmla="val 12500"/>
            </a:avLst>
          </a:prstGeom>
          <a:solidFill>
            <a:srgbClr val="0F2A1F"/>
          </a:solidFill>
          <a:ln w="12700">
            <a:solidFill>
              <a:srgbClr val="0F2A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325112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[FAIL ] Prefix count in range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neighbors[1].prefixes_received: 0 not &gt;= 1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1463040"/>
            <a:ext cx="40690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value must pass every listed condition.</a:t>
            </a:r>
            <a:endParaRPr lang="en-US" sz="15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instead of condition/value, not together.</a:t>
            </a:r>
            <a:endParaRPr lang="en-US" sz="15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match: any still applies across values.</a:t>
            </a:r>
            <a:endParaRPr lang="en-US" sz="15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Health-check YAML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branches: — if / elif / else per row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6675120" cy="3099816"/>
          </a:xfrm>
          <a:prstGeom prst="roundRect">
            <a:avLst>
              <a:gd name="adj" fmla="val 2950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1536192"/>
            <a:ext cx="6309360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"MTU matches interface type"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command: show_interfaces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path: "[*]"                # rows, not a field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branches: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when: {field: type, condition: matches,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value: "^loopback"}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then: {field: mtu, condition: eq, value: 65535}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when: {field: type, condition: matches,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value: "Ethernet"}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then: {field: mtu, condition: eq, value: 9216}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default: {field: mtu, condition: gte,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value: 1500}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745736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verdict — this YAML run through evaluate_checks() on a sample snapshot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5065776"/>
            <a:ext cx="6675120" cy="731520"/>
          </a:xfrm>
          <a:prstGeom prst="roundRect">
            <a:avLst>
              <a:gd name="adj" fmla="val 12500"/>
            </a:avLst>
          </a:prstGeom>
          <a:solidFill>
            <a:srgbClr val="0F2A1F"/>
          </a:solidFill>
          <a:ln w="12700">
            <a:solidFill>
              <a:srgbClr val="0F2A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5221224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[FAIL ] MTU matches interface 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[1].mtu: '1500' != 9216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1463040"/>
            <a:ext cx="40690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must point at rows (dicts).</a:t>
            </a:r>
            <a:endParaRPr lang="en-US" sz="15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matching when: wins; default: catches the rest.</a:t>
            </a:r>
            <a:endParaRPr lang="en-US" sz="15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match and no default → that row is skipped.</a:t>
            </a:r>
            <a:endParaRPr lang="en-US" sz="15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when: can test metadata: instead of field:.</a:t>
            </a:r>
            <a:endParaRPr lang="en-US" sz="15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Health-check YAML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cross_check: — if this, then that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6675120" cy="3547872"/>
          </a:xfrm>
          <a:prstGeom prst="roundRect">
            <a:avLst>
              <a:gd name="adj" fmla="val 2577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1536192"/>
            <a:ext cx="6309360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"BGP up when OSPF is FULL"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cross_check: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command: show_ip_ospf_neighbors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path: "neighbors[*]"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field: state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condition: matches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value: "^FULL"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then: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command: show_ip_bgp_summary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path: "neighbors[*]"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filter: {field: state, condition: ne, value: Idle}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assert: {field: prefixes_received,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condition: gte, value: 1}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93792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verdict — this YAML run through evaluate_checks() on a sample snapshot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5513832"/>
            <a:ext cx="6675120" cy="731520"/>
          </a:xfrm>
          <a:prstGeom prst="roundRect">
            <a:avLst>
              <a:gd name="adj" fmla="val 12500"/>
            </a:avLst>
          </a:prstGeom>
          <a:solidFill>
            <a:srgbClr val="0F2A1F"/>
          </a:solidFill>
          <a:ln w="12700">
            <a:solidFill>
              <a:srgbClr val="0F2A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56692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[FAIL ] BGP up when OSPF is FULL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neighbors[0].prefixes_received: 0 not &gt;= 1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1463040"/>
            <a:ext cx="40690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matches nothing → pass (not applicable).</a:t>
            </a:r>
            <a:endParaRPr lang="en-US" sz="15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finds no rows after filter → error.</a:t>
            </a:r>
            <a:endParaRPr lang="en-US" sz="15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command: on each side is optional (defaults to the top-level one).</a:t>
            </a:r>
            <a:endParaRPr lang="en-US" sz="15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if: can use metadata: instead of path/field.</a:t>
            </a:r>
            <a:endParaRPr lang="en-US" sz="15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Health-check YAML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count: — how many items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6675120" cy="1755648"/>
          </a:xfrm>
          <a:prstGeom prst="roundRect">
            <a:avLst>
              <a:gd name="adj" fmla="val 5208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1536192"/>
            <a:ext cx="630936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"At least 4 BGP neighbors"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command: show_ip_bgp_summary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path: "neighbors[*]"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count: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condition: gte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value: 4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01568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verdict — this YAML run through evaluate_checks() on a sample snapshot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721608"/>
            <a:ext cx="6675120" cy="731520"/>
          </a:xfrm>
          <a:prstGeom prst="roundRect">
            <a:avLst>
              <a:gd name="adj" fmla="val 12500"/>
            </a:avLst>
          </a:prstGeom>
          <a:solidFill>
            <a:srgbClr val="0F2A1F"/>
          </a:solidFill>
          <a:ln w="12700">
            <a:solidFill>
              <a:srgbClr val="0F2A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877056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[FAIL ] At least 4 BGP neighbors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count: 2 not &gt;= 4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1463040"/>
            <a:ext cx="40690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even when the path finds 0 items — so 'all peers gone' fails.</a:t>
            </a:r>
            <a:endParaRPr lang="en-US" sz="15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count: must be a mapping (condition + value); a bare number is rejected by validate.</a:t>
            </a:r>
            <a:endParaRPr lang="en-US" sz="15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Health-check YAML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compare_baseline: — against yesterday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6675120" cy="2651760"/>
          </a:xfrm>
          <a:prstGeom prst="roundRect">
            <a:avLst>
              <a:gd name="adj" fmla="val 3448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1536192"/>
            <a:ext cx="630936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"Prefixes within 20% of baseline"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command: show_ip_bgp_summary_vrf_all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path: "vrfs[*].neighbors[*].prefixes_received"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compare_baseline: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condition: diff_pct_lte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value: 20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 any normal condition vs the old value: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compare_baseline: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condition: gte          # no drop allowed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9768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verdict — this YAML run through evaluate_checks() on a sample snapshot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4617720"/>
            <a:ext cx="6675120" cy="731520"/>
          </a:xfrm>
          <a:prstGeom prst="roundRect">
            <a:avLst>
              <a:gd name="adj" fmla="val 12500"/>
            </a:avLst>
          </a:prstGeom>
          <a:solidFill>
            <a:srgbClr val="0F2A1F"/>
          </a:solidFill>
          <a:ln w="12700">
            <a:solidFill>
              <a:srgbClr val="0F2A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77316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[FAIL ] Prefixes within 20% of baseline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vrfs[0].neighbors[0].prefixes_received: |100 - 150| / 150 * 100 = 33.3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1463040"/>
            <a:ext cx="40690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--baseline (health) or --baseline-dir (health-all).</a:t>
            </a:r>
            <a:endParaRPr lang="en-US" sz="15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matched by neighbor/address, so reordering is fine.</a:t>
            </a:r>
            <a:endParaRPr lang="en-US" sz="15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row that vanished since the baseline fails.</a:t>
            </a:r>
            <a:endParaRPr lang="en-US" sz="15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0 → any change is treated as infinite %.</a:t>
            </a:r>
            <a:endParaRPr lang="en-US" sz="15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Health-check YAML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metadata: and skip_if: — device-level logic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6675120" cy="3547872"/>
          </a:xfrm>
          <a:prstGeom prst="roundRect">
            <a:avLst>
              <a:gd name="adj" fmla="val 2577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1536192"/>
            <a:ext cx="6309360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"Snapshot is fresh"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metadata: collection_time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condition: date_within_days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value: 7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"WAN BGP check"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command: show_ip_bgp_summary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path: "neighbors[*].state"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condition: eq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value: Established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skip_if: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metadata: hostname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condition: matches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value: "^(?!WAN-)"     # skip non-WAN devices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93792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verdict — this YAML run through evaluate_checks() on a sample snapshot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5513832"/>
            <a:ext cx="6675120" cy="914400"/>
          </a:xfrm>
          <a:prstGeom prst="roundRect">
            <a:avLst>
              <a:gd name="adj" fmla="val 10000"/>
            </a:avLst>
          </a:prstGeom>
          <a:solidFill>
            <a:srgbClr val="0F2A1F"/>
          </a:solidFill>
          <a:ln w="12700">
            <a:solidFill>
              <a:srgbClr val="0F2A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566928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[FAIL ] Snapshot is fresh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metadata.collection_time: date '03-May-26' is 148.5 days old, not &lt;= 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[SKIP ] WAN BGP check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1463040"/>
            <a:ext cx="40690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fields: hostname, platform, collection_time.</a:t>
            </a:r>
            <a:endParaRPr lang="en-US" sz="15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skip_if true → result is SKIP (not counted as fail).</a:t>
            </a:r>
            <a:endParaRPr lang="en-US" sz="15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not_matches — use a negative lookahead as shown.</a:t>
            </a:r>
            <a:endParaRPr lang="en-US" sz="15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Health-check YAML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match, severity, tags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6675120" cy="2651760"/>
          </a:xfrm>
          <a:prstGeom prst="roundRect">
            <a:avLst>
              <a:gd name="adj" fmla="val 3448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1536192"/>
            <a:ext cx="630936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"At least one KS alive"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command: show_crypto_gkm_ks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path: "peers[*].status"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condition: eq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value: alive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match: any          # one is enough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severity: warn      # won't fail CI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tags: [getvpn, crypto]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report.py health ... --tags getvpn,bgp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9768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verdict — this YAML run through evaluate_checks() on a sample snapshot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4617720"/>
            <a:ext cx="6675120" cy="548640"/>
          </a:xfrm>
          <a:prstGeom prst="roundRect">
            <a:avLst>
              <a:gd name="adj" fmla="val 16667"/>
            </a:avLst>
          </a:prstGeom>
          <a:solidFill>
            <a:srgbClr val="0F2A1F"/>
          </a:solidFill>
          <a:ln w="12700">
            <a:solidFill>
              <a:srgbClr val="0F2A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77316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[PASS ] At least one KS alive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1463040"/>
            <a:ext cx="40690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match: all (default) — every value must pass; any — one is enough (0 values fails).</a:t>
            </a:r>
            <a:endParaRPr lang="en-US" sz="15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severity: critical (default) sets exit 1; warn / info are reported only.</a:t>
            </a:r>
            <a:endParaRPr lang="en-US" sz="15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--tags a,b runs checks having any of those tags; untagged checks are skipped when --tags is given.</a:t>
            </a:r>
            <a:endParaRPr lang="en-US" sz="15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Health-check YAML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print: — readable output lines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6675120" cy="2203704"/>
          </a:xfrm>
          <a:prstGeom prst="roundRect">
            <a:avLst>
              <a:gd name="adj" fmla="val 4149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1536192"/>
            <a:ext cx="6309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print: true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vrfs[default].neighbors[10.0.0.1].updown -&gt; '5w2d'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print: "VRF={{[*][0]}} peer={{[*][1]}} up {{value}}"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VRF=default peer=10.0.0.1 up 5w2d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print: "{{[*]}} uptime={{.updown}} pfx={{value}}"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10.0.0.1 uptime=5w2d pfx=419918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589520" y="1463040"/>
            <a:ext cx="40690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{{value}} / {value} — the value;  {{path}} / {path} — full path.</a:t>
            </a:r>
            <a:endParaRPr lang="en-US" sz="15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{{[*]}} — first wildcard key; {{[*][N]}} — Nth (0-based).</a:t>
            </a:r>
            <a:endParaRPr lang="en-US" sz="15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{{.field}} — a sibling field in the same row.</a:t>
            </a:r>
            <a:endParaRPr lang="en-US" sz="15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condition at all → print-only DISPLAY check that always passes.</a:t>
            </a:r>
            <a:endParaRPr lang="en-US" sz="15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Health-check YAML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Per-device overrides and workflow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325880"/>
            <a:ext cx="6035040" cy="4937760"/>
          </a:xfrm>
          <a:prstGeom prst="roundRect">
            <a:avLst>
              <a:gd name="adj" fmla="val 1852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1490472"/>
            <a:ext cx="5669280" cy="460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checks/devices/N9K-CAMA-WAN-1.yaml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checks: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same name → REPLACES the default check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"VPC peer link status"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command: show_vpc_brief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path: "[*].status"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condition: not_contains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value: "peer-link down"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new name → ADDED for this device only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"Loopback0 is 10.0.0.1"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command: show_ip_int_brief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path: "[*]"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count: {condition: gte, value: 1}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13716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checks from scratch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949440" y="1874520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94944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543800" y="1892808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baseline --snapshot good.json → starter checks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949440" y="2743200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49440" y="2743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543800" y="2761488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dynamic fields (counters, uptime)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949440" y="3611880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3611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543800" y="3630168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validate --checks base.yaml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949440" y="4480560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49440" y="4480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543800" y="4498848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coverage → what's still unchecked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949440" y="5349240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49440" y="5349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543800" y="5367528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--device-checks / health-all --device-checks-dir</a:t>
            </a:r>
            <a:endParaRPr lang="en-US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017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playbook.py — the CSV runner — and fetch_logs.py for SFTP collection</a:t>
            </a:r>
            <a:endParaRPr lang="en-US" sz="1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playbook.py — options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914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 runner for the Network CLI Parser toolchain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26948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600200"/>
                <a:gridCol w="3703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/ 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--playbook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 to the CSV playbook file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--dry-run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 (on/off)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Print the commands that would run but do not execute them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--list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 (on/off)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all steps in the playbook without running any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--step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only the step with this number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--from-step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from step N — skip all earlier steps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--only-type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Comma-separated type filter, e.g. 'fetch,parse'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8092440" y="1417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092440" y="178308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1947672"/>
            <a:ext cx="3200400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playbook.py --playbook d.csv --list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playbook.py --playbook d.csv --dry-run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playbook.py --playbook d.csv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--from-step 3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--only-type health-all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41148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--list shows EN / COE / ON_FAIL columns per step.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--dry-run resolves variables and prints each command, including on_failure hooks (marked 'if step fails').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 CSV reference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1206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20040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step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order (number) — required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name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 — required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enabled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yes/no/true/false/1/0/on/off — required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type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 type (right) — required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args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arguments passed through — required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continue_on_error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→ keep going if it fails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on_failure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command run only if the step fails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description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notes; ignored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035040" y="1325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types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035040" y="1783080"/>
            <a:ext cx="1261872" cy="347472"/>
          </a:xfrm>
          <a:prstGeom prst="roundRect">
            <a:avLst>
              <a:gd name="adj" fmla="val 50000"/>
            </a:avLst>
          </a:prstGeom>
          <a:solidFill>
            <a:srgbClr val="FCE7F3"/>
          </a:solidFill>
          <a:ln w="12700">
            <a:solidFill>
              <a:srgbClr val="FCE7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035040" y="1783080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17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406640" y="1783080"/>
            <a:ext cx="1261872" cy="347472"/>
          </a:xfrm>
          <a:prstGeom prst="roundRect">
            <a:avLst>
              <a:gd name="adj" fmla="val 50000"/>
            </a:avLst>
          </a:prstGeom>
          <a:solidFill>
            <a:srgbClr val="FCE7F3"/>
          </a:solidFill>
          <a:ln w="12700">
            <a:solidFill>
              <a:srgbClr val="FCE7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06640" y="1783080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17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035040" y="2240280"/>
            <a:ext cx="1261872" cy="347472"/>
          </a:xfrm>
          <a:prstGeom prst="roundRect">
            <a:avLst>
              <a:gd name="adj" fmla="val 50000"/>
            </a:avLst>
          </a:prstGeom>
          <a:solidFill>
            <a:srgbClr val="FCE7F3"/>
          </a:solidFill>
          <a:ln w="12700">
            <a:solidFill>
              <a:srgbClr val="FCE7F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35040" y="2240280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17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406640" y="2240280"/>
            <a:ext cx="1261872" cy="347472"/>
          </a:xfrm>
          <a:prstGeom prst="roundRect">
            <a:avLst>
              <a:gd name="adj" fmla="val 50000"/>
            </a:avLst>
          </a:prstGeom>
          <a:solidFill>
            <a:srgbClr val="FCE7F3"/>
          </a:solidFill>
          <a:ln w="12700">
            <a:solidFill>
              <a:srgbClr val="FCE7F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06640" y="2240280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17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035040" y="2697480"/>
            <a:ext cx="1261872" cy="347472"/>
          </a:xfrm>
          <a:prstGeom prst="roundRect">
            <a:avLst>
              <a:gd name="adj" fmla="val 50000"/>
            </a:avLst>
          </a:prstGeom>
          <a:solidFill>
            <a:srgbClr val="FCE7F3"/>
          </a:solidFill>
          <a:ln w="12700">
            <a:solidFill>
              <a:srgbClr val="FCE7F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035040" y="2697480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17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health-all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406640" y="2697480"/>
            <a:ext cx="1261872" cy="347472"/>
          </a:xfrm>
          <a:prstGeom prst="roundRect">
            <a:avLst>
              <a:gd name="adj" fmla="val 50000"/>
            </a:avLst>
          </a:prstGeom>
          <a:solidFill>
            <a:srgbClr val="FCE7F3"/>
          </a:solidFill>
          <a:ln w="12700">
            <a:solidFill>
              <a:srgbClr val="FCE7F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406640" y="2697480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17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health-diff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035040" y="3154680"/>
            <a:ext cx="1261872" cy="347472"/>
          </a:xfrm>
          <a:prstGeom prst="roundRect">
            <a:avLst>
              <a:gd name="adj" fmla="val 50000"/>
            </a:avLst>
          </a:prstGeom>
          <a:solidFill>
            <a:srgbClr val="FCE7F3"/>
          </a:solidFill>
          <a:ln w="12700">
            <a:solidFill>
              <a:srgbClr val="FCE7F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035040" y="3154680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17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coverage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406640" y="3154680"/>
            <a:ext cx="1261872" cy="347472"/>
          </a:xfrm>
          <a:prstGeom prst="roundRect">
            <a:avLst>
              <a:gd name="adj" fmla="val 50000"/>
            </a:avLst>
          </a:prstGeom>
          <a:solidFill>
            <a:srgbClr val="FCE7F3"/>
          </a:solidFill>
          <a:ln w="12700">
            <a:solidFill>
              <a:srgbClr val="FCE7F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406640" y="3154680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17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delta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035040" y="3611880"/>
            <a:ext cx="1261872" cy="347472"/>
          </a:xfrm>
          <a:prstGeom prst="roundRect">
            <a:avLst>
              <a:gd name="adj" fmla="val 50000"/>
            </a:avLst>
          </a:prstGeom>
          <a:solidFill>
            <a:srgbClr val="FCE7F3"/>
          </a:solidFill>
          <a:ln w="12700">
            <a:solidFill>
              <a:srgbClr val="FCE7F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035040" y="3611880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17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delta-all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7406640" y="3611880"/>
            <a:ext cx="1261872" cy="347472"/>
          </a:xfrm>
          <a:prstGeom prst="roundRect">
            <a:avLst>
              <a:gd name="adj" fmla="val 50000"/>
            </a:avLst>
          </a:prstGeom>
          <a:solidFill>
            <a:srgbClr val="FCE7F3"/>
          </a:solidFill>
          <a:ln w="12700">
            <a:solidFill>
              <a:srgbClr val="FCE7F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406640" y="3611880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17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baseline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035040" y="4069080"/>
            <a:ext cx="1261872" cy="347472"/>
          </a:xfrm>
          <a:prstGeom prst="roundRect">
            <a:avLst>
              <a:gd name="adj" fmla="val 50000"/>
            </a:avLst>
          </a:prstGeom>
          <a:solidFill>
            <a:srgbClr val="FCE7F3"/>
          </a:solidFill>
          <a:ln w="12700">
            <a:solidFill>
              <a:srgbClr val="FCE7F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035040" y="4069080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17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shell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961120" y="1325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8961120" y="17830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{date}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10195560" y="17830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03-May-26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961120" y="22860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{today}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10195560" y="2286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2026-05-03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8961120" y="278892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{yesterday}</a:t>
            </a:r>
            <a:endParaRPr lang="en-US" sz="1150" dirty="0"/>
          </a:p>
        </p:txBody>
      </p:sp>
      <p:sp>
        <p:nvSpPr>
          <p:cNvPr id="38" name="Text 35"/>
          <p:cNvSpPr txBox="1"/>
          <p:nvPr/>
        </p:nvSpPr>
        <p:spPr>
          <a:xfrm>
            <a:off x="10195560" y="27889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2026-05-02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8961120" y="32918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{timestamp}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10195560" y="32918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20260503_143000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8961120" y="37947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{step}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10195560" y="37947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only: step no.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8961120" y="42976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{name}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10195560" y="42976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only: via $PB_NAME</a:t>
            </a:r>
            <a:endParaRPr lang="en-US" sz="1050" dirty="0"/>
          </a:p>
        </p:txBody>
      </p:sp>
      <p:sp>
        <p:nvSpPr>
          <p:cNvPr id="45" name="Text 42"/>
          <p:cNvSpPr txBox="1"/>
          <p:nvPr/>
        </p:nvSpPr>
        <p:spPr>
          <a:xfrm>
            <a:off x="8961120" y="48006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{exit_code}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195560" y="48006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only: exit code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548640" y="5120640"/>
            <a:ext cx="11109960" cy="1188720"/>
          </a:xfrm>
          <a:prstGeom prst="roundRect">
            <a:avLst>
              <a:gd name="adj" fmla="val 7692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731520" y="5285232"/>
            <a:ext cx="10744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step,name,enabled,type,args,continue_on_error,on_failure,description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1,Fetch,yes,fetch,--host 10.0.0.5 --user c --remote /logs,no,,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2,Parse,yes,parse,--input data/raw/{date}/,no,,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3,Health,yes,health-all,--dir data/json/{date}/ --default-checks checks/base.yaml,yes,echo "{name} failed ({exit_code})" &gt;&gt; alerts.log,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fetch_logs.py — connection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914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device CLI logs from SFTP server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26948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600200"/>
                <a:gridCol w="3703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/ 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--host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SFTP server hostname or IP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--port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default: 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--user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--username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--timeout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default: 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connect + handshake timeout in seconds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--banner-timeout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default: 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SSH banner timeout in seconds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--auth-timeout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default: 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Authentication timeout in seconds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--tcp-keepalive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 (on/off)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Enable TCP keepalive on the socket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--compress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 (on/off)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Enable zlib compression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8092440" y="1417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092440" y="178308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1947672"/>
            <a:ext cx="3200400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fetch_logs.py --host 10.0.0.5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--user collector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--remote /logs/N9K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--timeout 60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41148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--user also accepts --username.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--banner-timeout for slow or busy servers.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fetch_logs.py — authentication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914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device CLI logs from SFTP server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26948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600200"/>
                <a:gridCol w="3703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/ 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--password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Password (prompted if omitted and key auth fails)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--key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 to private key file (RSA/ECDSA/Ed25519/DSS)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--key-passphrase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Passphrase for encrypted private 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--no-agent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 (on/off)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Disable SSH agent lookup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--no-keys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 (on/off)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Disable automatic ~/.ssh/id_* key lookup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--no-keyboard-interactive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 (on/off)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Disable keyboard-interactive auth fallback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8092440" y="1417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092440" y="178308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1947672"/>
            <a:ext cx="3200400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fetch_logs.py --host h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--user c --remote /logs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--key ~/.ssh/collector_ed25519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41148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--key, only that key is tried — a rejected key stops the run.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it: ssh-agent → ~/.ssh/id_* → --password (prompted if omitted) → keyboard-interactive.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fetch_logs.py — host keys and algorithms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914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device CLI logs from SFTP server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26948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600200"/>
                <a:gridCol w="3703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/ 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--host-key-check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strict | auto-add | ignore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default: strict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strict (default) | auto-add (trust+save) | ignore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--known-hosts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default: ~/.ssh/known_hosts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known_hosts file path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--legacy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 (on/off)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Enable ALL legacy algorithms (kex/cipher/mac/host-key). Use for old Cisco/network gear that rejects modern crypto.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--kex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Preferred key-exchange algorithm(s), prepended to negotiation list. e.g. diffie-hellman-group1-sha1 diffie-hellman-group14-sha1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--cipher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Preferred cipher(s). e.g. aes128-cbc 3des-cbc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--mac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Preferred MAC(s). e.g. hmac-sha1 hmac-md5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--host-key-alg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Preferred host key algorithm(s). e.g. ssh-rsa ssh-dss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8092440" y="1417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092440" y="178308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1947672"/>
            <a:ext cx="3200400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old Cisco gear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fetch_logs.py --host h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--user c --remote /logs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--legacy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41148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(default) refuses unknown hosts; auto-add trusts and saves; ignore skips the check.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--legacy enables old kex/cipher/mac; the other four prepend specific algorithms.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fetch_logs.py — which files, and where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914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device CLI logs from SFTP server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26948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600200"/>
                <a:gridCol w="3703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/ 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--remote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directory path(s) to fetch from (space-separated for multiple)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--local-root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root directory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--pattern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default: *.txt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Filename glob pattern(s) to match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--name-contains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fetch files whose name contains ALL given strings (case-insensitive). e.g. --name-contains CAMA WAN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--if-exists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overwrite | skip | resume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default: overwrite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to do when local file already exists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--dry-run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 (on/off)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files without downloading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--verbose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 (on/off)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Print extra detail (skipped files, auth method used, etc.)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8092440" y="1417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092440" y="178308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1947672"/>
            <a:ext cx="3200400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fetch_logs.py --host h --user c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--remote /logs/a /logs/b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--pattern "*.txt"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--name-contains N9K WAN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--if-exists skip --dry-run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41148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land in &lt;local-root&gt;/&lt;date&gt;/ (date from the filename).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--if-exists resume re-downloads only when the remote file is larger.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go to .part then rename — an interrupted transfer never leaves a half file.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017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Recipes and reference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workflows, troubleshooting, and an index of every option</a:t>
            </a:r>
            <a:endParaRPr lang="en-US" sz="1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5087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development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1325880"/>
            <a:ext cx="8275320" cy="868680"/>
          </a:xfrm>
          <a:prstGeom prst="roundRect">
            <a:avLst>
              <a:gd name="adj" fmla="val 10526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1490472"/>
            <a:ext cx="79095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report.py test-template --template t.ttp --raw sample.txt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report.py parse --platform cisco_nxos --command "show vpc" --raw sample.txt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5146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 IP across the fleet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83280" y="2331720"/>
            <a:ext cx="8275320" cy="868680"/>
          </a:xfrm>
          <a:prstGeom prst="roundRect">
            <a:avLst>
              <a:gd name="adj" fmla="val 10526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66160" y="2496312"/>
            <a:ext cx="79095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report.py search --dir data/json/ --query 10.0.0.100 --context 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204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gate, no files written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383280" y="3337560"/>
            <a:ext cx="8275320" cy="868680"/>
          </a:xfrm>
          <a:prstGeom prst="roundRect">
            <a:avLst>
              <a:gd name="adj" fmla="val 10526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66160" y="3502152"/>
            <a:ext cx="79095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report.py validate --checks checks/base.yaml &amp;&amp;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report.py health-all --dir data/json/today/ --default-checks checks/base.yaml --verify-only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5262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BGP checks, forward-safe dashboard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383280" y="4343400"/>
            <a:ext cx="8275320" cy="868680"/>
          </a:xfrm>
          <a:prstGeom prst="roundRect">
            <a:avLst>
              <a:gd name="adj" fmla="val 10526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66160" y="4507992"/>
            <a:ext cx="79095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report.py health --snapshot N9K.json --checks base.yaml --tags bgp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--output n9k.html --report-mode simple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532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anything regress since yesterday?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383280" y="5349240"/>
            <a:ext cx="8275320" cy="868680"/>
          </a:xfrm>
          <a:prstGeom prst="roundRect">
            <a:avLst>
              <a:gd name="adj" fmla="val 10526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66160" y="5513832"/>
            <a:ext cx="79095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report.py health-diff --before yday.json --after today.json --output diff.html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10996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840480"/>
                <a:gridCol w="36118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see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Likely cause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[WARN] platform detection fell back to cisco_ios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Hostname lacks N9K/CSR/… and no version banner in the dump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main.py --platform cisco_nxos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Command status no_template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registered or convention-named template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a template (Parsing section) or raw_only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Command status partial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Template matched 0 rows — often a format difference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test-template against that exact 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 ERROR: status 'no_template'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check's command didn't parse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 parsing first; the check can't be judged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 ERROR: Path resolution failed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 doesn't fit the parsed shape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report.py parse … to see the real JSON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 passes but shouldn't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[*] found 0 items (vacuous pass)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count: or match: any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validate: 'count' must be a mapping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count: 3 instead of a condition/value mapping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count: {condition: gte, value: 3}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skip_if never skips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a non-existent condition like not_matches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matches with a negative lookahead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— every command-line option (1/2)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914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from the argparse definitions; each option is explained on its own slide above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main.py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6459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--input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--output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--platform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3042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E18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playbook.py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578608"/>
            <a:ext cx="2743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--playbook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--dry-run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--from-step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--only-type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856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collect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059936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--devices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--from-dir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--raw-dir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--output-dir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--password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0840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parse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58384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--platform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--raw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test-template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16459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--template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--raw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--platform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2487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validate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383280" y="27614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--checks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383280" y="30540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baseline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383280" y="332841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--snapshot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--output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383280" y="38039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coverage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383280" y="4078224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--snapshot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--checks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--output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38328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health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383280" y="5010912"/>
            <a:ext cx="2743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--snapshot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--checks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--device-checks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--baseline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--output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--tags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--verify-only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health (cont.)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0" y="16459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--report-mode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217920" y="1938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health-all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217920" y="2212848"/>
            <a:ext cx="2743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--dir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--default-checks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--device-checks-dir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--output-dir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--output-file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--format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--since-days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--baseline-dir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--tags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--verify-only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--report-mode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38404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84632"/>
            <a:ext cx="128016" cy="12801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85248" y="384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548640"/>
            <a:ext cx="182880" cy="182880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474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— every command-line option (2/2)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914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from the argparse definitions; each option is explained on its own slide above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health-diff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6459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--before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--after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--output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3042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health-trend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57860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--runs-dir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--checks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--output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2369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delta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11296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--before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--after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--output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1696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delta-all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43984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--before-dir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--after-dir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--output-dir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--output-file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--format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4681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search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4243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--dir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--query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--command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report.py search (cont.)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383280" y="16459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--raw-only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--parsed-only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--case-sensitive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--context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383280" y="2487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E18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fetch_logs.py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383280" y="2761488"/>
            <a:ext cx="274320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--host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--port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--user  --username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--timeout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--banner-timeout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--auth-timeout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--tcp-keepalive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--compress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--password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--key-passphrase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--no-agent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--no-keys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--no-keyboard-interactive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--host-key-check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--known-hosts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--legacy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--kex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--cipher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E18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fetch_logs.py (cont.)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1645920"/>
            <a:ext cx="2743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--mac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--host-key-alg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--remote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--local-root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--pattern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--name-contains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--if-exists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--dry-run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--verbose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go next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77240" y="2761488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26517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reference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2679192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network_cli_parser/PARSER_SOP.md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3419856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331012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checks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333756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network_cli_parser/checks/example_health_checks.yaml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4078224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968496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playbooks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995928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network_cli_parser/playbooks/reference.csv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77240" y="4736592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62686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template's sample + expected JSON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654296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network_cli_parser/data/reference/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77240" y="539496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528523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help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5312664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report.py &lt;subcommand&gt; --help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 CLI Parser — Complete Usage Guide</dc:title>
  <dc:subject>PptxGenJS Presentation</dc:subject>
  <dc:creator>PptxGenJS</dc:creator>
  <cp:lastModifiedBy>PptxGenJS</cp:lastModifiedBy>
  <cp:revision>1</cp:revision>
  <dcterms:created xsi:type="dcterms:W3CDTF">2026-09-28T12:37:28Z</dcterms:created>
  <dcterms:modified xsi:type="dcterms:W3CDTF">2026-09-28T12:37:28Z</dcterms:modified>
</cp:coreProperties>
</file>