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11887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118872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1887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1952" y="118872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CLI Parser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usage guide — every command, option, condition and YAML key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command-line options  ·  35 check conditions  ·  16 check keys  ·  generated from the code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NX-OS · IOS · IOS-XE  ·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guide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tools, one pipeline. Colour tags top-right tell you which section you're in.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764792"/>
            <a:ext cx="146304" cy="14630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1664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fetch_logs.py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6824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CLI dumps from an SFTP server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16824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options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295144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551176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collect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…or SSH to devices directly / reuse .txt dumps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081528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33756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32369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32552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+ parse dumps into JSON snapshots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3255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867912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123944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728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4041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subcommands: health, delta, trend, search, …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4041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options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654296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91032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97280" y="48097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checks/*.yaml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114800" y="4828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'healthy' means — 35 conditions, 16 keys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4828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696712"/>
            <a:ext cx="146304" cy="14630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7280" y="55961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playbook.py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0" y="56144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whole chain from one CSV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56144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options + CSV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where things live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486400" cy="3291840"/>
          </a:xfrm>
          <a:prstGeom prst="roundRect">
            <a:avLst>
              <a:gd name="adj" fmla="val 277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36192"/>
            <a:ext cx="51206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network_cli_parser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 extras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netmiko     # collect --devices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paramiko    # fetch_logs.py (SFTP)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tqdm        # progress bars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tests/ -q   # 200 tests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commands.yaml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parser each command uses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0391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templates/ttp/, templates/custom/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134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TTP and TextFSM templates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6609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data/raw/&lt;date&gt;/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9352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CLI dumps (.txt)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2826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data/json/&lt;date&gt;/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5570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snapshots (one per device)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9044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data/reference/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raw + expected JSON per template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526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checks/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800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YAML; checks/devices/{host}.yaml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5148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playbooks/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422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reference.csv, example.csv, daily_health.csv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3.9+. HTML reports are self-contained files — no web server needed.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start: a daily run in five commands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Get the dumps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17520" y="1371600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5361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fetch_logs.py --host 10.0.0.5 --user collector --remote /logs/N9K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42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Parse them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17520" y="2359152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2523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network_cli_parser/main.py --input network_cli_parser/data/raw/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295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Check health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17520" y="3346704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351129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network_cli_parser/report.py health-all --dir data/json/03-May-26/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--default-checks checks/base.yaml --output-dir reports/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171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changed?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17520" y="4334256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00400" y="449884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network_cli_parser/report.py delta-all --before-dir data/json/02-May-26/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--after-dir data/json/03-May-26/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504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Automate it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17520" y="5321808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0" y="54864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playbook.py --playbook network_cli_parser/playbooks/daily_health.csv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main.py, platform detection, status codes, commands.yaml, wildcards and templates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parse dumps into snapshots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CLI Structured Parser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--input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.txt file or directory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directory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--platform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platform: cisco_nxos | cisco_ios | cisco_iosxe (skips auto-detection)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3273552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— run on the repo's sample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593592"/>
            <a:ext cx="7269480" cy="2761488"/>
          </a:xfrm>
          <a:prstGeom prst="roundRect">
            <a:avLst>
              <a:gd name="adj" fmla="val 331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758184"/>
            <a:ext cx="690372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Processing: data/raw/N9K-WAN-1_03-May-26.txt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hostname:   N9K-WAN-1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platform:   cisco_nxos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timestamp:  03-May-26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commands detected: 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[parsed    ] show_version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[parsed    ] show_vpc_brief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[parsed    ] show_interface_description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[parsed    ] show_ip_pim_neigh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[parsed    ] show_ip_mroute_summary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[parsed    ] show_ip_mroute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[raw_only  ] show_processes_cpu_history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[raw_only  ] show_logging_last_100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[parsed    ] show_ip_ospf_neighbors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[partial   ] show_ip_pim_rp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data/json/03-May-26/N9K-WAN-1_03-May-26.json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--input data/raw/03-May-26/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--input dump.txt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--platform cisco_nxos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&lt;output&gt;/&lt;date&gt;/&lt;file&gt;.json — date taken from the filename (host_DD-Mon-YY.txt).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input parses every .txt in it.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--platform when a hostname doesn't reveal the OS (see next slide).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detection and status codes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is chosen (first match wins)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810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--platform flag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1214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wins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587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prefix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8986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N9K/N7K/N5K/N3K/N2K → cisco_nxos · CSR/ISR/ASR → cisco_iosxe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364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banner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6758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"Cisco NX-OS", "IOS XE Software", "Cisco IOS Software"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1422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style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4531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hostname&gt; show … → cisco_ios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9194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230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cisco_ios, with a [WARN]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of every command in a snapshot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7920" y="178308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20116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0840" y="1901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1920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— health checks evaluate 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256032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7889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20840" y="2679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2697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ran but matched 0 rows (checks still evaluate)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333756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356616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20840" y="3456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raw_only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321040" y="3474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as skip; raw text kept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0" y="411480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43434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20840" y="42336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no_template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4251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registered, nothing auto-discovered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17920" y="489204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512064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20840" y="50109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321040" y="5029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raised an error; raw text kept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217920" y="58064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against no_template / failed / raw_only commands report ERROR — never a silent pass.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commands.yaml — choosing a parser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keys: cisco_nxos, cisco_ios, cisco_iosxe. Under each: raw command → strategy.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6035040" cy="4206240"/>
          </a:xfrm>
          <a:prstGeom prst="roundRect">
            <a:avLst>
              <a:gd name="adj" fmla="val 217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627632"/>
            <a:ext cx="566928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cisco_nxos: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 version:                  # NTC library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parser: ntc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template: show 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 ip pim neigh:             # your TextFSM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parser: custom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template: cisco_nxos_show_ip_pim_neigh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 ip bgp summary vrf all:   # your TTP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parser: ttp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template: cisco_nxos_show_ip_bgp_summary_vrf_all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 logging last 100:         # keep raw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parser: raw_only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parser: ntc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8470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= the NTC command string (e.g. "show version").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parser: custom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7157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= TextFSM file stem under templates/custom/ (any subfolder).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parser: ttp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584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= TTP file stem under templates/ttp/ (any subfolder).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parser: raw_only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44531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template key. Raw text kept, status raw_only.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4983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 listed)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5321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Auto-discovery: NTC → {platform}_{cmd}.textfsm → {platform}_{cmd}.ttp → no_template.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written with spaces; they're normalised on load. A duplicate after normalising warns, and the last one wins.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keys: wildcards, pipes, repeats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3703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type / device 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ip bgp summary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show_ip_bgp_summary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ip bgp summary | include 65001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show_ip_bgp_summary_include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ip route | begin 10.0.0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show_ip_route_begin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mac address-table count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show_mac_address-table_count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ip bgp neighbors 10.0.0.1 routes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show_ip_bgp_neighbors_10.0.0.1_routes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bgp sessions  (2nd time in dump)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show_bgp_sessions__2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150876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→ _ ; lower-case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17465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Hyphens, dots and slashes are kept as-is.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43800" y="242316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keep only the filter type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26609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include X → _include. Piped output gets its own template.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543800" y="333756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3246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 a key = one token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35753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ip bgp neighbors * routes matches any IP — but not '… vrf RED routes'.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543800" y="425196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1812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beats wildcard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818120" y="4489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key always wins; wildcards are never sent by collect.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543800" y="516636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18120" y="5074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Repeats: cmd__2, cmd__3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818120" y="54041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with the same parser as the first capture.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template for a new command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58368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463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real output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command from a real device — not a doc sample. Put it in data/reference/&lt;area&gt;/{platform}_{cmd}.txt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304288"/>
            <a:ext cx="658368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957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template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templates/ttp/&lt;area&gt;/{platform}_{cmd}.ttp — named like the snapshot key, so it's auto-discovered.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658368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3284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6484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test-template --template … --raw … prints the parsed JSON.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69664"/>
            <a:ext cx="658368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26110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expected output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5811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{platform}_{cmd}_parsed.json beside the raw sample.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02352"/>
            <a:ext cx="658368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1937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(optional)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5138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commands.yaml to make it explicit, or for collect to run it.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TTP rules that bite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1828800"/>
            <a:ext cx="4114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rows: &lt;group name="rows*"&gt; — without * one row becomes a dict.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start line per record; never two alternate header lines.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| inside re("…") — TTP reads it as a filter.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backslashes: re("\\d+"), not re("\d+").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sibling sections with | _end_ on their last line.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between {{ }} tags is flexible.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— 13 subcommands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 of every subcommand, with an example and tips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collect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snapshots via SSH or process existing .txt dumps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--devices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devices.yaml (SSH mode)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--from-dir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.txt dumps (offline mode)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--raw-dir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write .txt dumps (SSH mode; default: output-dir)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data/json/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write JSON snapshots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--password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 password for all devices (SSH mode)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SSH, every registered command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collect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--devices devices.yaml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--output-dir data/json/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offline: re-parse old dumps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collect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--from-dir data/raw/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exactly one of: --devices or --from-dir.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mode needs pip install netmiko.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--raw-dir keeps the .txt dumps it collected.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devices.yaml format: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devices.yaml — for collect --devices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669280" cy="5120640"/>
          </a:xfrm>
          <a:prstGeom prst="roundRect">
            <a:avLst>
              <a:gd name="adj" fmla="val 178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44752"/>
            <a:ext cx="5303520" cy="479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username: admin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""        # blank → use --password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timeout: 30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hostname: N9K-CAMA-WAN-1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host: 192.168.1.1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platform: cisco_nxos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hostname: IOS-RTR-1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host: 10.0.0.1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platform: cisco_ios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username: ops       # per-device override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hostname: N9K-CAMA-WAN-2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host: 192.168.1.2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platform: cisco_nxos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commands:           # optional explicit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show version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7099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name; also names the output files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700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or DNS name to SSH to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6301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cisco_nxos → cisco_nxos_ssh · cisco_ios → cisco_ios · cisco_iosxe → cisco_xe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/ password / timeout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5902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device, else from defaults: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5212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55504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list; default = every non-raw_only command registered for the platform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parse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Quick-parse a raw CLI output file and print JSON to stdout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--platform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platform (e.g. cisco_nxos)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--command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string (e.g. 'show ip bgp summary')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--raw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raw output file; reads stdin if omitted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3273552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— run on the repo's sample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593592"/>
            <a:ext cx="7269480" cy="2761488"/>
          </a:xfrm>
          <a:prstGeom prst="roundRect">
            <a:avLst>
              <a:gd name="adj" fmla="val 331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758184"/>
            <a:ext cx="690372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  parsed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 show_ip_ospf_neighbors  (cisco_nxos)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"neighbors":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"neighbor_id": "10.0.2.2",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"priority": "1",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"state": "FULL/ -",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"uptime": "5w2d",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"address": "10.0.2.2",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"interface": "Eth1/1"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"neighbor_id": "10.0.2.6",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parse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--platform cisco_nxos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--command "show ip bgp summary"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--raw bgp.txt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bgp.txt | report.py parse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--platform cisco_nxos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--command "show ip bgp summary"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files written — prints status and JSON.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unless status is parsed or partial.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dispatch as main.py.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test-template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TextFSM/TTP template against raw CLI output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--template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file (.textfsm or .ttp)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--raw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CLI output file (.txt)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--command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string for auto-discovery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--platform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for auto-discovery mode (e.g. cisco_nxos)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365760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— run on the repo's sample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7269480" cy="1289304"/>
          </a:xfrm>
          <a:prstGeom prst="roundRect">
            <a:avLst>
              <a:gd name="adj" fmla="val 709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142232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Template: templates/ttp/fhrp/cisco_ios_show_standby_brief.ttp  [ttp]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Rows:    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Columns:  groups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5 rows: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{"groups": [{"interface": "Vlan10", "group": "10", "priority": "110", "preempt": "P", "st…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test-template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--template templates/ttp/x.ttp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--raw sample.txt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it by convention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test-template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--platform cisco_nxos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--command "show vpc" --raw vpc.txt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--template, or --platform + --command to auto-discover.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.textfsm or .ttp, detected by extension.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if the template isn't found or errors.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validate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 checks YAML for syntax errors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--checks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checks YAML to validate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250545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— run on the repo's sample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825496"/>
            <a:ext cx="7269480" cy="534924"/>
          </a:xfrm>
          <a:prstGeom prst="roundRect">
            <a:avLst>
              <a:gd name="adj" fmla="val 1709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990088"/>
            <a:ext cx="69037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— 7 check(s) validated: checks/example_health_checks.yaml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validate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--checks checks/base.yaml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OK — N check(s) validated: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checks/base.yaml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missing name/command/path, a non-mapping count:, bad branches.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condition names are warnings, not errors.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in CI before any health run.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baseline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check YAML from a snapshot's current values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--snapshot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JSON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YAML file; default: stdout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288950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— run on the repo's sample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09544"/>
            <a:ext cx="7269480" cy="3099816"/>
          </a:xfrm>
          <a:prstGeom prst="roundRect">
            <a:avLst>
              <a:gd name="adj" fmla="val 295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374136"/>
            <a:ext cx="690372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AUTO-GENERATED baseline — review before use.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Delete or adjust dynamic fields (counters, uptime, timestamps).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Generated: 2026-09-28 12:33  Source: N9K-WAN-1_03-May-26.json  Host: N9K-WAN-1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'[show_interface_description] port baseline'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show_interface_description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'[0].port'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condition: eq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Eth1/1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severity: warn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'[show_interface_description] type baseline'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show_interface_description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'[0].type'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condition: eq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''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severity: warn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baseline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--snapshot data/json/N9K.json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checks/n9k_baseline.yaml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 eq check for every scalar field of every parsed command.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generated checks are severity: warn.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counters/uptimes before using it.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coverage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which parsed commands have health checks and which do not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--snapshot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JSON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--checks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checks YAML (optional — shows full gap analysis when provided)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JSON file; default: stdout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3273552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— run on the repo's sample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593592"/>
            <a:ext cx="7269480" cy="1892808"/>
          </a:xfrm>
          <a:prstGeom prst="roundRect">
            <a:avLst>
              <a:gd name="adj" fmla="val 483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758184"/>
            <a:ext cx="69037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coverage: N9K-WAN-1  (03-May-26)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parsed commands:              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health checks defined:        7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covered (parsed + checked):   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parsed but unchecked:        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checks with no snapshot data: 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[Parsed but unchecked — consider adding health checks:]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show_ip_mroute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coverage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--snapshot data/json/N9K.json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--checks checks/base.yaml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parsed commands that no check looks at.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--checks every parsed command shows as unchecked — useful as an inventory.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health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health checks against a snapshot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--snapshot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JSON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--checks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health checks 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--device-checks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Device-specific checks YAML (overrides on name clash)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--baseline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snapshot JSON for compare_baseline: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file (.json or .html); default: stdout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--tags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Comma-separated tag filter — only run checks with any of these tags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--verify-only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checks and print results but write no output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--report-mode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| detailed | simple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output mode: both (default), detailed only, or simple dashboard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--snapshot data/json/N9K.json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--checks checks/base.yaml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--device-checks checks/devices/N9K.yaml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reports/n9k.html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--tags bgp,ospf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--output .html → detailed + _simple.html (see --report-mode); .json → machine-readable.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on any critical fail or error.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--baseline enables compare_baseline: checks.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health-all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health checks across a directory of snapshots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JSON snapshots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--default-checks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health checks YAML (applies to all devices)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--device-checks-dir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per-device YAML files named {hostname}.yaml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health-reports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directory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--output-file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HTML report filename inside output-dir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--format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| json | 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html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Per-device report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--since-days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process snapshots newer than N days ago or a specific date (e.g. 03-May-2026)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--baseline-dir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previous snapshots for compare_baseline: checks (matched by hostname)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--tags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Comma-separated tag filter — only run checks with any of these tags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--verify-only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checks and print results but write no output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--report-mode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| detailed | simple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output mode: both (default), detailed only, or simple dashboard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health-all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--dir data/json/03-May-26/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--default-checks checks/base.yaml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--device-checks-dir checks/devices/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--baseline-dir data/json/02-May-26/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--output-dir reports/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combined HTML: check × device matrix + per-device detail.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--format json/both also writes {host}_health.json per device.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--since-days accepts N or a date like 03-May-2026.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health-diff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two health report JSON files — show what changed between runs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--before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health report JSON (output of 'health')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--after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Newer health report JSON (output of 'health')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file (.json or .html); default: stdout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3273552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— run on the repo's sample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593592"/>
            <a:ext cx="7269480" cy="2496312"/>
          </a:xfrm>
          <a:prstGeom prst="roundRect">
            <a:avLst>
              <a:gd name="adj" fmla="val 366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758184"/>
            <a:ext cx="690372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diff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  N9K-WAN-1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before: 03-May-26  (before.json)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after:  03-May-26  (after.json)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regressions: 0  fixed: 0  added: 0  removed: 0  unchanged: 7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Show version has OS version  (PASS → PASS)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Hostname is set  (PASS → PASS)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VPC peer link status is up  (FAIL → FAIL)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No interface description contains DECOM  (PASS → PASS)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Multicast routes present  (PASS → PASS)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All OSPF neighbors in FULL state  (PASS → PASS)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PIM neighbors present  (PASS → PASS)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--snapshot old.json --checks c.yaml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before.json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health-diff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--before before.json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--after after.json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diff.html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health JSON results, not snapshots.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regressed / fixed / added / removed.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if anything regressed.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health-trend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trend report across multiple health result JSON files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--runs-dir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health JSON files (output of 'health --output FILE.json')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--checks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YAML (for context labels; 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health_trend.html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HTML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3273552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— run on the repo's sample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593592"/>
            <a:ext cx="7269480" cy="1289304"/>
          </a:xfrm>
          <a:prstGeom prst="roundRect">
            <a:avLst>
              <a:gd name="adj" fmla="val 709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758184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Trend: 2 run(s) from history/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03-May-26            N9K-WAN-1                        pass:6 fail:1 error:0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03-May-26            N9K-WAN-1                        pass:6 fail:1 error:0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trend.html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health-trend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--runs-dir history/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trend.html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--runs-dir holds health JSON files from many runs.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check, one column per run, with a sparkline.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if the directory is missing or has no JSON.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delta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JSON snapshots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--before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snapshot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--after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Newer snapshot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file (.json or .html); default: stdout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3273552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— run on the repo's sample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593592"/>
            <a:ext cx="7269480" cy="2761488"/>
          </a:xfrm>
          <a:prstGeom prst="roundRect">
            <a:avLst>
              <a:gd name="adj" fmla="val 331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758184"/>
            <a:ext cx="690372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 report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  TEST-N9K-1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before: 29-May-26  (data/json/TEST-N9K-1_29-May-26.json)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after:  29-May-26  (data/json/TEST-N9K-2_29-May-26.json)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added:    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removed:  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changed:   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unchanged: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[~] show_interface_description  (4 diff(s))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parsed[port=Eth1/4].description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before: server-rack-A-bond0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after:  DECOM-server-rack-A-bond0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parsed[port=Eth1/6]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before: None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delta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--before data/json/02-May-26/N9K.json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--after  data/json/03-May-26/N9K.json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delta.html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matched by neighbor/address (unique key), not position.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.html or .json; stdout JSON if omitted.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delta-all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delta across two snapshot directories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--before-dir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'before' snapshots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--after-dir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'after' snapshots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delta-reports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directory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--output-file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HTML filename inside output-dir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--format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| json | 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html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Per-device report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delta-all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--before-dir data/json/02-May-26/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--after-dir  data/json/03-May-26/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--format both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are matched by hostname.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 index page plus one report per device.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if no devices matched at all.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search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string across all snapshot commands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JSON snapshots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--query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--command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search to one command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--raw-only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only raw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--parsed-only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only parsed JSON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--case-sensitive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Case-sensitive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--context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N lines of surrounding raw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search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--dir data/json/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--query 10.0.0.100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--context 2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raw text and parsed values by default.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if nothing found; exit 2 for an empty query.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Outputs, report modes, exit codes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written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 x.html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783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414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 x.json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4414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JSON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998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--output)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09981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to stdout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581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--report-mode both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7581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+ x_simple.html (default)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165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--report-mode detailed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44165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only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--report-mode simple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5074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status-only dashboard: no raw output, no IPs — safe to forward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37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Exits non-zero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critical check fails or any check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health-all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device has a critical fail or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health-diff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check regressed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health-trend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dir missing / no parseable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validation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match (2 = empty query)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not parsed/partial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test-template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missing or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delta-all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devices matched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collect (SSH)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device fails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coverage, baseline, delta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layout, paths, all 35 conditions and every check feature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file structure and all 16 keys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44752"/>
            <a:ext cx="5029200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"BGP peers established"   # required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show_ip_bgp_summary     # snapshot key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"neighbors[*].state"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condition: eq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"Established"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severity: critical               # critical|warn|info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match: all                       # all|any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tags: [bgp, wan]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skip_if: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metadata: hostname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condition: matches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value: "^(?!WAN-)"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print: "{{[*]}} is {{value}}"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00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· unique; device files override by name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600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key (spaces → _)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56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2311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look — next slide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956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 + value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22311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(35 conditions)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587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8620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— ALL must pass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2587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28620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 per row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218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cross_check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4930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these rows… THEN assert those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3218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34930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items the path finds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849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compare_baseline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41239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 previous snapshot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3849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0" y="41239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hostname / platform / time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47548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(default) or any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47548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(default) · warn · info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5111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skip_if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53858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on a metadata condition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5111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961120" y="53858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with --tags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5742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217920" y="60167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a template string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5742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condition)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961120" y="60167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print-only / display check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syntax — pointing at values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[0].version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row's 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[*].status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of every 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neighbors[*].state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of every neighbor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vrfs[*].summary.total_routes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VRF's total_routes (dict values expand too)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vrfs[default].entries[*]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literal key — one VRF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peers[10.2.240.1].state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key containing dots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[*][*].address_family[*].pfx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wildcard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680960" y="1371600"/>
            <a:ext cx="3977640" cy="603504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14996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869680" y="15270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into a list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680960" y="2103120"/>
            <a:ext cx="3977640" cy="603504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0" y="22311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[*]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869680" y="22585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of a list, or every value of a dict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680960" y="2834640"/>
            <a:ext cx="3977640" cy="603504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0" y="29626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[key]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29900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literal dict key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680960" y="3566160"/>
            <a:ext cx="3977640" cy="603504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369417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.field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37216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of the current dict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680960" y="443484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6384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items = pass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49377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[*] finds nothing in a parsed command, match: all passes vacuously. Use count: or match: any when "none" should fail.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35 conditions (1/2)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&lt;name&gt; + value: &lt;expected&gt;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 ·  6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057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— '10' eq 10 passes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6243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(numeric-aware)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191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1912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(number)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758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37581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(number)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25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4325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(number)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788920" y="4892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(number)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141732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sets  ·  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2057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present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not_contains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26243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absent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3191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31912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search matches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3758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one_of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37581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in a YAML list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4325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not_one_of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4325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not in the list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0" y="141732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7532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 ·  4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duration_gt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287000" y="2057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than — '5w2d' vs '2d'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duration_gte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0287000" y="26243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75320" y="3191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duration_lt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287000" y="31912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than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3758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duration_lte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0287000" y="37581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35 conditions (2/2)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diff_* only inside compare_baseline: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 ·  6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len_eq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057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equals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len_ne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6243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differs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191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len_gt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1912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&gt;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758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len_gte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37581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≥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25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len_lt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4325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&lt;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len_lte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788920" y="4892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141732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·  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date_before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2057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earlier than value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date_after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26243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later than value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3191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date_within_days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31912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N days old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3758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date_older_than_days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37581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N days old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46720" y="141732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7532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diff  ·  10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diff_eq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287000" y="2057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|now−then| = value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24597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diff_ne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287000" y="24597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|now−then| ≠ value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2862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diff_gt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0287000" y="28620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|now−then| &gt; value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75320" y="3264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diff_gte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287000" y="32644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|now−then| ≥ value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3666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diff_lt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0287000" y="36667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|now−then| &lt; value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27532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diff_lte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10287000" y="4069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|now−then| ≤ value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275320" y="4471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diff_pct_gt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0287000" y="44714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&gt; value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275320" y="4873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diff_pct_gte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10287000" y="48737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≥ value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275320" y="5276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diff_pct_lt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10287000" y="52760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&lt; value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8275320" y="5678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diff_pct_lte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10287000" y="56784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≤ value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duration and date formats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Durations — duration_* conditions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5w2d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weeks 2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2d03h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 3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1y3w2d4h5m6s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00:03:42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HH:MM:SS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15:30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MM:SS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5week2day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spelled-out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never · n/a · -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21792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— date_* conditions and --since-days</a:t>
            </a:r>
            <a:endParaRPr lang="en-US" sz="160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03-May-2026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DD-Mon-YYYY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03-May-26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DD-Mon-YY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03-05-2026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DD-MM-YYYY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03/05/2026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DD/MM/YYYY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2026-05-03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YYYY-MM-DD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2026/05/03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YYYY/MM/DD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May 3 2026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DD YYYY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 May 2026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Mon YYYY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2026-05-03T14:30:00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with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conditions: — several tests, all must pass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675120" cy="2203704"/>
          </a:xfrm>
          <a:prstGeom prst="roundRect">
            <a:avLst>
              <a:gd name="adj" fmla="val 414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36192"/>
            <a:ext cx="6309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"Prefix count in range"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show_ip_bgp_summary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"neighbors[*].prefixes_received"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condition: gte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value: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condition: lte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value: 500000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962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verdict — this YAML run through evaluate_checks() on a sample snapshot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169664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32511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 ] Prefix count in 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neighbors[1].prefixes_received: 0 not &gt;= 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463040"/>
            <a:ext cx="4069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must pass every listed condition.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instead of condition/value, not together.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match: any still applies across values.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— if / elif / else per row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675120" cy="3099816"/>
          </a:xfrm>
          <a:prstGeom prst="roundRect">
            <a:avLst>
              <a:gd name="adj" fmla="val 295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36192"/>
            <a:ext cx="630936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"MTU matches interface type"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show_interfaces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"[*]"                # rows, not a field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branches: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when: {field: type, condition: matches,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value: "^loopback"}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then: {field: mtu, condition: eq, value: 65535}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when: {field: type, condition: matches,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value: "Ethernet"}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then: {field: mtu, condition: eq, value: 9216}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default: {field: mtu, condition: gte,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value: 1500}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457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verdict — this YAML run through evaluate_checks() on a sample snapshot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065776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22122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 ] MTU matches interface 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[1].mtu: '1500' != 9216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463040"/>
            <a:ext cx="4069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must point at rows (dicts).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matching when: wins; default: catches the rest.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and no default → that row is skipped.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can test metadata: instead of field:.</a:t>
            </a:r>
            <a:endParaRPr lang="en-US" sz="1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cross_check: — if this, then that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675120" cy="3547872"/>
          </a:xfrm>
          <a:prstGeom prst="roundRect">
            <a:avLst>
              <a:gd name="adj" fmla="val 257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36192"/>
            <a:ext cx="630936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"BGP up when OSPF is FULL"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cross_check: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command: show_ip_ospf_neighbors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path: "neighbors[*]"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field: 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condition: matches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value: "^FULL"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command: show_ip_bgp_summary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path: "neighbors[*]"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filter: {field: state, condition: ne, value: Idle}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assert: {field: prefixes_received,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condition: gte, value: 1}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937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verdict — this YAML run through evaluate_checks() on a sample snapshot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6692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 ] BGP up when OSPF is FULL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neighbors[0].prefixes_received: 0 not &gt;= 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463040"/>
            <a:ext cx="4069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matches nothing → pass (not applicable).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finds no rows after filter → error.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on each side is optional (defaults to the top-level one).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can use metadata: instead of path/field.</a:t>
            </a:r>
            <a:endParaRPr lang="en-US" sz="15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— how many items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675120" cy="1755648"/>
          </a:xfrm>
          <a:prstGeom prst="roundRect">
            <a:avLst>
              <a:gd name="adj" fmla="val 520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36192"/>
            <a:ext cx="6309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"At least 4 BGP neighbors"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show_ip_bgp_summary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"neighbors[*]"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condition: gte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0156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verdict — this YAML run through evaluate_checks() on a sample snapshot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21608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87705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 ] At least 4 BGP neighbors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count: 2 not &gt;= 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463040"/>
            <a:ext cx="4069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even when the path finds 0 items — so 'all peers gone' fails.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must be a mapping (condition + value); a bare number is rejected by validate.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compare_baseline: — against yesterday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675120" cy="2651760"/>
          </a:xfrm>
          <a:prstGeom prst="roundRect">
            <a:avLst>
              <a:gd name="adj" fmla="val 344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36192"/>
            <a:ext cx="63093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"Prefixes within 20% of baseline"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show_ip_bgp_summary_vrf_all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"vrfs[*].neighbors[*].prefixes_received"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compare_baseline: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condition: diff_pct_lte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20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any normal condition vs the old value: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compare_baseline: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condition: gte          # no drop allowed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verdict — this YAML run through evaluate_checks() on a sample snapshot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77316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 ] Prefixes within 20% of baseline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vrfs[0].neighbors[0].prefixes_received: |100 - 150| / 150 * 100 = 33.3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463040"/>
            <a:ext cx="4069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--baseline (health) or --baseline-dir (health-all).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matched by neighbor/address, so reordering is fine.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that vanished since the baseline fails.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0 → any change is treated as infinite %.</a:t>
            </a:r>
            <a:endParaRPr lang="en-US" sz="15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and skip_if: — device-level logic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675120" cy="3547872"/>
          </a:xfrm>
          <a:prstGeom prst="roundRect">
            <a:avLst>
              <a:gd name="adj" fmla="val 257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36192"/>
            <a:ext cx="630936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"Snapshot is fresh"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metadata: collection_time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condition: date_within_days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7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"WAN BGP check"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show_ip_bgp_summary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"neighbors[*].state"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condition: eq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Established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skip_if: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 hostname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condition: matches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"^(?!WAN-)"     # skip non-WAN devices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937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verdict — this YAML run through evaluate_checks() on a sample snapshot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6692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 ] Snapshot is fresh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metadata.collection_time: date '03-May-26' is 148.5 days old, not &lt;= 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[SKIP ] WAN BGP check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463040"/>
            <a:ext cx="4069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fields: hostname, platform, collection_time.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skip_if true → result is SKIP (not counted as fail).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not_matches — use a negative lookahead as shown.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severity, tags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675120" cy="2651760"/>
          </a:xfrm>
          <a:prstGeom prst="roundRect">
            <a:avLst>
              <a:gd name="adj" fmla="val 344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36192"/>
            <a:ext cx="63093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"At least one KS alive"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show_crypto_gkm_ks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"peers[*].status"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condition: eq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alive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match: any          # one is enough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severity: warn      # won't fail CI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[getvpn, crypto]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report.py health ... --tags getvpn,bgp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verdict — this YAML run through evaluate_checks() on a sample snapshot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6675120" cy="548640"/>
          </a:xfrm>
          <a:prstGeom prst="roundRect">
            <a:avLst>
              <a:gd name="adj" fmla="val 16667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7731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 ] At least one KS alive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463040"/>
            <a:ext cx="4069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match: all (default) — every value must pass; any — one is enough (0 values fails).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critical (default) sets exit 1; warn / info are reported only.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--tags a,b runs checks having any of those tags; untagged checks are skipped when --tags is given.</a:t>
            </a:r>
            <a:endParaRPr lang="en-US" sz="15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— readable output lines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675120" cy="2203704"/>
          </a:xfrm>
          <a:prstGeom prst="roundRect">
            <a:avLst>
              <a:gd name="adj" fmla="val 414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36192"/>
            <a:ext cx="6309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print: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vrfs[default].neighbors[10.0.0.1].updown -&gt; '5w2d'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print: "VRF={{[*][0]}} peer={{[*][1]}} up {{value}}"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VRF=default peer=10.0.0.1 up 5w2d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print: "{{[*]}} uptime={{.updown}} pfx={{value}}"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10.0.0.1 uptime=5w2d pfx=419918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463040"/>
            <a:ext cx="4069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{{value}} / {value} — the value;  {{path}} / {path} — full path.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{{[*]}} — first wildcard key; {{[*][N]}} — Nth (0-based).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{{.field}} — a sibling field in the same row.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condition at all → print-only DISPLAY check that always passes.</a:t>
            </a:r>
            <a:endParaRPr lang="en-US" sz="15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overrides and workflow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6035040" cy="4937760"/>
          </a:xfrm>
          <a:prstGeom prst="roundRect">
            <a:avLst>
              <a:gd name="adj" fmla="val 185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90472"/>
            <a:ext cx="5669280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checks/devices/N9K-CAMA-WAN-1.yaml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same name → REPLACES the default check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"VPC peer link status"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show_vpc_brief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"[*].status"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condition: not_contains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"peer-link down"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new name → ADDED for this device only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"Loopback0 is 10.0.0.1"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show_ip_int_brief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"[*]"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count: {condition: gte, value: 1}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checks from scratch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49440" y="18745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8928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baseline --snapshot good.json → starter checks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27432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27614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dynamic fields (counters, uptime)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36118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36301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validate --checks base.yaml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448056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44988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coverage → what's still unchecked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49440" y="53492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53675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--device-checks / health-all --device-checks-dir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dates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vs today — every way to compare two runs, with real output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dates — pick the right tool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examples in this section use real output: N9K-WAN-1 on 03-May-26 (yesterday) vs 04-May-26 (today)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349240"/>
                <a:gridCol w="24688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want to know…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 on one device since yesterday?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report.py delta --before &lt;yday&gt;.json --after &lt;today&gt;.json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parsed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…on every device?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report.py delta-all --before-dir &lt;yday&gt;/ --after-dir &lt;today&gt;/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field, matched by hostname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checks started failing (or got fixed)?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report.py health-diff --before &lt;yday-result&gt;.json --after &lt;today-result&gt;.json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 of each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value still within X% / the same as yesterday?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 with compare_baseline: + health --baseline / health-all --baseline-dir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value you choose, with a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has each check behaved over many days?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report.py health-trend --runs-dir &lt;history&gt;/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 across N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look at recent snapshots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health-all --since-days 1  (or a date: 03-May-2026)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which snapshots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594360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delta shows what changed; health-diff shows whether it matters; compare_baseline turns "compared to yesterday" into a check that can fail CI.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— what changed on one device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Field-by-field diff of two snapshots of the same device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7315200" cy="1060704"/>
          </a:xfrm>
          <a:prstGeom prst="roundRect">
            <a:avLst>
              <a:gd name="adj" fmla="val 862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79222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delta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--before data/json/03-May-26/N9K-WAN-1_03-May-26.json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--after  data/json/04-May-26/N9K-WAN-1_04-May-26.json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delta.html          # or .json, or omit for stdout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71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72968"/>
            <a:ext cx="7315200" cy="3182112"/>
          </a:xfrm>
          <a:prstGeom prst="roundRect">
            <a:avLst>
              <a:gd name="adj" fmla="val 2874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37560"/>
            <a:ext cx="69494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 report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  N9K-WAN-1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before: 03-May-26  (json/03-May-26/N9K-WAN-1_03-May-26.json)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after:  04-May-26  (json/04-May-26/N9K-WAN-1_04-May-26.json)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added:    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removed:  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changed:   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unchanged: 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[~] show_interface_description  (1 diff(s))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parsed[port=Eth1/2].description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before: uplink-to-DIST-SW-1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after:  uplink-to-DIST-SW-1-DECOM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[~] show_ip_mroute_summary  (2 diff(s))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parsed.vrfs.default.summary.sg_routes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before: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after: 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parsed.vrfs.default.summary.total_routes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before: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after: 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1371600"/>
            <a:ext cx="34747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added / removed / changed commands, then each changed field with before → after.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matched by identity (neighbor_id, NEIGHBOR, address…), so a lost neighbor shows as removed — not as every row shifting.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every change, harmless or not. Use health-diff to see which ones break a check.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exits 0 — it describes, it doesn't judge.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delta-all — what changed on every device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devices by hostname across two date folders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7315200" cy="1234440"/>
          </a:xfrm>
          <a:prstGeom prst="roundRect">
            <a:avLst>
              <a:gd name="adj" fmla="val 740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792224"/>
            <a:ext cx="6949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delta-all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--before-dir data/json/03-May-26/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--after-dir  data/json/04-May-26/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--output-dir reports/delta/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--format both                  # html | json | both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44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7315200" cy="1380617"/>
          </a:xfrm>
          <a:prstGeom prst="roundRect">
            <a:avLst>
              <a:gd name="adj" fmla="val 6623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511296"/>
            <a:ext cx="6949440" cy="1051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Delta-all: json/03-May-26 → json/04-May-26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devices in before: 2  after: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Device                           Status      Added  Removed  Changed  Unchanged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N9K-WAN-1                        matched         0        0        4          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TEST-N9K-1                       matched         0        0        0         11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reports/delta/index.html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[exit 0]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1371600"/>
            <a:ext cx="34747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summary row per device; per-device reports plus index.html in --output-dir.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present on only one day is listed as unmatched.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1 if no device matched at all (e.g. wrong folder) — so a typo can't pass CI.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--output-file renames index.html.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health-diff — did anything regress?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two health results, check by check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7315200" cy="1755648"/>
          </a:xfrm>
          <a:prstGeom prst="roundRect">
            <a:avLst>
              <a:gd name="adj" fmla="val 520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792224"/>
            <a:ext cx="69494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save each day's health result as 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 --snapshot data/json/03-May-26/N9K-WAN-1_03-May-26.json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--checks checks/base.yaml --output reports/N9K_03-May-26.json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 --snapshot data/json/04-May-26/N9K-WAN-1_04-May-26.json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--checks checks/base.yaml --output reports/N9K_04-May-26.json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compare them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health-diff --before reports/N9K_03-May-26.json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--after reports/N9K_04-May-26.json --output diff.html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67912"/>
            <a:ext cx="7315200" cy="2234819"/>
          </a:xfrm>
          <a:prstGeom prst="roundRect">
            <a:avLst>
              <a:gd name="adj" fmla="val 4092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032504"/>
            <a:ext cx="6949440" cy="1905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diff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  N9K-WAN-1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before: 03-May-26  (reports/N9K_03-May-26.json)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after:  04-May-26  (reports/N9K_04-May-26.json)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regressions: 2  fixed: 0  added: 0  removed: 0  unchanged: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Show version has OS version  (PASS → PASS)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Hostname is set  (PASS → PASS)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VPC peer link status is up  (FAIL → FAIL)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[REGRESS] No interface description contains DECOM  (PASS → FAIL)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Multicast routes present  (PASS → PASS)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[REGRESS] All OSPF neighbors in FULL state  (PASS → FAIL)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     ] PIM neighbors present  (PASS → PASS)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[exit 1]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1371600"/>
            <a:ext cx="34747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 = passed yesterday, fails today. FIXED = the reverse.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failing both days (VPC here) is unchanged — not new news.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reports checks added to or removed from the YAML.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1 when anything regressed — ideal for a daily CI job.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compare with yesterday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compare_baseline: + point --baseline / --baseline-dir at yesterday's snapshots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checks/example_vs_yesterday.yaml  (shipped in the repo)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5212080" cy="4709160"/>
          </a:xfrm>
          <a:prstGeom prst="roundRect">
            <a:avLst>
              <a:gd name="adj" fmla="val 194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792224"/>
            <a:ext cx="484632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Numbers: allow some drift, flag big swings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"Multicast routes within 20% of yesterday"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show_ip_mroute_summary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"vrfs[*].summary.total_routes"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compare_baseline: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condition: diff_pct_lte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value: 20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States: must be identical to yesterday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"OSPF neighbor states unchanged"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show_ip_ospf_neighbors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"neighbors[*].state"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compare_baseline: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condition: eq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Presence: every PIM neighbor from yesterday still here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"No PIM neighbor lost since yesterday"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show_ip_pim_neigh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"[*].NEIGHBOR"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compare_baseline: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condition: eq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627632"/>
            <a:ext cx="5623560" cy="1965960"/>
          </a:xfrm>
          <a:prstGeom prst="roundRect">
            <a:avLst>
              <a:gd name="adj" fmla="val 465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792224"/>
            <a:ext cx="52578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device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--snapshot data/json/04-May-26/N9K-WAN-1_04-May-26.json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--checks checks/example_vs_yesterday.yaml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--baseline data/json/03-May-26/N9K-WAN-1_03-May-26.json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device (baseline found by hostname)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health-all --dir data/json/04-May-26/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--default-checks checks/example_vs_yesterday.yaml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--baseline-dir data/json/03-May-26/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4050792"/>
            <a:ext cx="5623560" cy="2137410"/>
          </a:xfrm>
          <a:prstGeom prst="roundRect">
            <a:avLst>
              <a:gd name="adj" fmla="val 4278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4215384"/>
            <a:ext cx="5257800" cy="1808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[FAIL ] Multicast routes within 20% of yesterday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   vrfs[default].summary.total_routes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actual: 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reason:  |3 - 5| / 5 * 100 = 40.0% not pct_lte 20%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[FAIL ] OSPF neighbor states unchanged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   neighbors[1].state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actual:  INIT/DROTHER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reason:  'INIT/DROTHER' != 'FULL/ -'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[FAIL ] No PIM neighbor lost since yesterday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   [1].NEIGHBOR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actual: 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reason:  present in baseline, missing from current snapshot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[exit 1]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compare_baseline — all the rules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inside compare_baseline: decides how today's value is judged against yesterday's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2044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when today's value is…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diff_pct_lte  value: 20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20% of yesterday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counts, route counts, MAC 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diff_lte  value: 100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 by at most 100 (absolute)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counters with a known normal swing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diff_gt / diff_gte / diff_lt / diff_eq / diff_ne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change compared to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"must have grown by at least N" etc.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diff_pct_gt / _gte / _lt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change compared to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"alert if it moved more than 50%"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eq  (no value)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to yesterday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states, versions, serials,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gte / lte / gt / lt  (no value)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lower / not higher than yesterday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fewer neighbors than yesterday"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4892040"/>
            <a:ext cx="11109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matched by identity (neighbor / address), so reordering is fine and each peer is compared with itself.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that existed yesterday but is gone today fails: "present in baseline, missing from current snapshot".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that is new today fails too ("path not found in baseline snapshot") — add a tolerance check if new peers are normal.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= 0: no change passes, any change counts as an infinite % change.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it: every day, against yesterday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variables {date} and {yesterday_date} both use the snapshot-folder format (DD-Mon-YY)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109960" cy="1463040"/>
          </a:xfrm>
          <a:prstGeom prst="roundRect">
            <a:avLst>
              <a:gd name="adj" fmla="val 625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536192"/>
            <a:ext cx="10744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step,name,enabled,type,args,continue_on_error,on_failure,description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1,Parse today,yes,parse,--input data/raw/{date}/,no,,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2,Health today,yes,health-all,--dir data/json/{date}/ --default-checks checks/base.yaml --format json --output-dir reports/{date}/,yes,,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3,Vs yesterday,yes,health-all,--dir data/json/{date}/ --default-checks checks/example_vs_yesterday.yaml --baseline-dir data/json/{yesterday_date}/ --output-dir reports/{date}/vs-yesterday/,yes,,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4,What changed,yes,delta-all,--before-dir data/json/{yesterday_date}/ --after-dir data/json/{date}/ --output-dir reports/{date}/delta/,yes,,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daily (cron)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685032"/>
            <a:ext cx="5074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06:30 every day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6 * * * cd /opt/checklist-project &amp;&amp;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playbook.py --playbook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network_cli_parser/playbooks/daily_vs_yesterday.csv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playbook (bash)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148072"/>
            <a:ext cx="50749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T=$(date +%d-%b-%y); Y=$(date -d yesterday +%d-%b-%y)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health-all --dir data/json/$T/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--default-checks checks/example_vs_yesterday.yaml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--baseline-dir data/json/$Y/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200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566160"/>
            <a:ext cx="5349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snapshot for yesterday (first run, weekend, outage) → every compare_baseline check reports ERROR, never a silent pass.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vs Friday: point --baseline-dir at the last day you collected instead of {yesterday_date}.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baseline folder has several snapshots of one device, the newest file is used.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{yesterday} (2026-05-02 style) is for folders you name with {today} — snapshot folders need {yesterday_date}.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dates: health-trend and --since-days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health-trend — one row per check, one column per run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810512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day: save the result under a dated 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 --snapshot data/json/04-May-26/N9K-WAN-1_04-May-26.json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--checks checks/base.yaml --output history/N9K_04-May-26.json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health-trend --runs-dir history/ --output trend.html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440680" cy="1095883"/>
          </a:xfrm>
          <a:prstGeom prst="roundRect">
            <a:avLst>
              <a:gd name="adj" fmla="val 8344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53512"/>
            <a:ext cx="5074920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Trend: 2 run(s) from history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03-May-26  N9K-WAN-1  pass:6 fail:1 error:0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04-May-26  N9K-WAN-1  pass:4 fail:3 error:0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reports/trend.html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[exit 0]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06240"/>
            <a:ext cx="5440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shows each check across all runs with a sparkline — flaky vs. newly broken at a glance.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if the folder is missing or has no JSON.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--since-days — only check recent snapshots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810512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health-all --dir data/json/04-May-26/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--default-checks checks/base.yaml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--since-days 03-May-2026        # or a number: 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20"/>
            <a:ext cx="5349240" cy="1238250"/>
          </a:xfrm>
          <a:prstGeom prst="roundRect">
            <a:avLst>
              <a:gd name="adj" fmla="val 7385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953512"/>
            <a:ext cx="4983480" cy="909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Health-all: json/04-May-26  (2 device(s))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Device  Timestamp  Total  Pass  Fail  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N9K-WAN-1  04-May-26  7  4  3 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TEST-N9K-1  04-May-26  7  7  0 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[verify-only] no files written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[exit 1]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4348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filter leaves nothing to check, health-all now exits 1: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754880"/>
            <a:ext cx="5349240" cy="953516"/>
          </a:xfrm>
          <a:prstGeom prst="roundRect">
            <a:avLst>
              <a:gd name="adj" fmla="val 9590"/>
            </a:avLst>
          </a:prstGeom>
          <a:solidFill>
            <a:srgbClr val="0F2A1F"/>
          </a:solidFill>
          <a:ln w="12700">
            <a:solidFill>
              <a:srgbClr val="0F2A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4919472"/>
            <a:ext cx="4983480" cy="6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[SKIP] N9K-WAN-1: collection date '04-May-26' is older than…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[SKIP] TEST-N9K-1: collection date '04-May-26' is older tha…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[ERROR] no snapshots were checked (none found, or all filte…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[exit 1]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playbook.py — the CSV runner — and fetch_logs.py for SFTP collection</a:t>
            </a:r>
            <a:endParaRPr lang="en-US" sz="1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playbook.py — options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runner for the Network CLI Parser toolchain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--playbook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the CSV playbook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--dry-run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the commands that would run but do not execute them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--list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steps in the playbook without running 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--step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only the step with this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--from-step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from step N — skip all earlier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--only-type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Comma-separated type filter, e.g. 'fetch,parse'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playbook.py --playbook d.csv --list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playbook.py --playbook d.csv --dry-run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playbook.py --playbook d.csv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--from-step 3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--only-type health-all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--list shows EN / COE / ON_FAIL columns per step.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--dry-run resolves variables and prints each command, including on_failure hooks (marked 'if step fails').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CSV reference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120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order (number) —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—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enabled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yes/no/true/false/1/0/on/off —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type (right) —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args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arguments passed through —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continue_on_error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→ keep going if it fails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on_failure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command run only if the step fails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description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notes; ignored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0350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types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35040" y="178308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7830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06640" y="178308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06640" y="17830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224028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22402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06640" y="224028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06640" y="22402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35040" y="269748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35040" y="26974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health-all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406640" y="269748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06640" y="26974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health-diff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35040" y="315468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31546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406640" y="315468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06640" y="31546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035040" y="361188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035040" y="36118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delta-all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406640" y="361188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06640" y="36118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35040" y="4069080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035040" y="406908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82396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82396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{date}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78440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03-May-26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8823960" y="21854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{today}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10378440" y="21854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2026-05-03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8823960" y="2587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{yesterday}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10378440" y="25877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2026-05-02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8823960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{yesterday_date}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10378440" y="29900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02-May-26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8823960" y="3392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{timestamp}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10378440" y="33924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20260503_143000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882396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{step}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10378440" y="37947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only: step no.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8823960" y="41970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{name}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10378440" y="41970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only: via $PB_NAME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823960" y="4599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{exit_code}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10378440" y="45994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only: exit code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48640" y="512064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31520" y="5285232"/>
            <a:ext cx="10744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step,name,enabled,type,args,continue_on_error,on_failure,description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1,Fetch,yes,fetch,--host 10.0.0.5 --user c --remote /logs,no,,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2,Parse,yes,parse,--input data/raw/{date}/,no,,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3,Health,yes,health-all,--dir data/json/{date}/ --default-checks checks/base.yaml,yes,echo "{name} failed ({exit_code})" &gt;&gt; alerts.log,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fetch_logs.py — connection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device CLI logs from SFTP server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--host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SFTP server hostname or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--port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--user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--username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--timeout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connect + handshake timeout in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--banner-timeout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banner timeout in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--auth-timeout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timeout in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--tcp-keepalive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TCP keepalive on the socket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--compress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zlib compression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fetch_logs.py --host 10.0.0.5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--user collector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--remote /logs/N9K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--timeout 60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--user also accepts --username.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--banner-timeout for slow or busy servers.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fetch_logs.py — authentication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device CLI logs from SFTP server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--password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(prompted if omitted and key auth fails)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--key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private key file (RSA/ECDSA/Ed25519/DSS)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--key-passphrase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Passphrase for encrypted private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--no-agent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 SSH agent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--no-keys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 automatic ~/.ssh/id_* key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--no-keyboard-interactive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 keyboard-interactive auth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fetch_logs.py --host h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--user c --remote /logs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--key ~/.ssh/collector_ed25519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--key, only that key is tried — a rejected key stops the run.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ssh-agent → ~/.ssh/id_* → --password (prompted if omitted) → keyboard-interactive.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fetch_logs.py — host keys and algorithms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device CLI logs from SFTP server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--host-key-check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| auto-add | ignore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strict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(default) | auto-add (trust+save) | ignore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--known-hosts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~/.ssh/known_hosts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known_hosts file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--legacy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ALL legacy algorithms (kex/cipher/mac/host-key). Use for old Cisco/network gear that rejects modern crypto.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--kex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key-exchange algorithm(s), prepended to negotiation list. e.g. diffie-hellman-group1-sha1 diffie-hellman-group14-sha1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--cipher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cipher(s). e.g. aes128-cbc 3des-cbc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--mac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MAC(s). e.g. hmac-sha1 hmac-md5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--host-key-alg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host key algorithm(s). e.g. ssh-rsa ssh-dss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old Cisco gear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fetch_logs.py --host h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--user c --remote /logs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--legacy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(default) refuses unknown hosts; auto-add trusts and saves; ignore skips the check.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--legacy enables old kex/cipher/mac; the other four prepend specific algorithms.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fetch_logs.py — which files, and where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device CLI logs from SFTP server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694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00200"/>
                <a:gridCol w="3703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--remote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directory path(s) to fetch from (space-separated for multiple)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--local-root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root directory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--pattern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*.txt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Filename glob pattern(s) to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--name-contains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fetch files whose name contains ALL given strings (case-insensitive). e.g. --name-contains CAMA WAN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--if-exists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overwrite | skip | resume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overwrite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 when local file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--dry-run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files without downloading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--verbose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(on/off)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extra detail (skipped files, auth method used, etc.)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17830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47672"/>
            <a:ext cx="3200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fetch_logs.py --host h --user c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--remote /logs/a /logs/b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--pattern "*.txt"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--name-contains N9K WAN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--if-exists skip --dry-run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land in &lt;local-root&gt;/&lt;date&gt;/ (date from the filename).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--if-exists resume re-downloads only when the remote file is larger.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go to .part then rename — an interrupted transfer never leaves a half file.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and reference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workflows, troubleshooting, and an index of every option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development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325880"/>
            <a:ext cx="8275320" cy="868680"/>
          </a:xfrm>
          <a:prstGeom prst="roundRect">
            <a:avLst>
              <a:gd name="adj" fmla="val 1052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490472"/>
            <a:ext cx="7909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test-template --template t.ttp --raw sample.txt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parse --platform cisco_nxos --command "show vpc" --raw sample.txt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 IP across the fleet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2331720"/>
            <a:ext cx="8275320" cy="868680"/>
          </a:xfrm>
          <a:prstGeom prst="roundRect">
            <a:avLst>
              <a:gd name="adj" fmla="val 1052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2496312"/>
            <a:ext cx="7909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search --dir data/json/ --query 10.0.0.100 --context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gate, no files written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3337560"/>
            <a:ext cx="8275320" cy="868680"/>
          </a:xfrm>
          <a:prstGeom prst="roundRect">
            <a:avLst>
              <a:gd name="adj" fmla="val 1052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3502152"/>
            <a:ext cx="7909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validate --checks checks/base.yaml &amp;&amp;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health-all --dir data/json/today/ --default-checks checks/base.yaml --verify-only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26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BGP checks, forward-safe dashboard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4343400"/>
            <a:ext cx="8275320" cy="868680"/>
          </a:xfrm>
          <a:prstGeom prst="roundRect">
            <a:avLst>
              <a:gd name="adj" fmla="val 1052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66160" y="4507992"/>
            <a:ext cx="7909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 --snapshot N9K.json --checks base.yaml --tags bgp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n9k.html --report-mode simple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532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anything regress since yesterday?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5349240"/>
            <a:ext cx="8275320" cy="868680"/>
          </a:xfrm>
          <a:prstGeom prst="roundRect">
            <a:avLst>
              <a:gd name="adj" fmla="val 1052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5513832"/>
            <a:ext cx="7909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health-diff --before yday.json --after today.json --output diff.html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109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40480"/>
                <a:gridCol w="3611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[WARN] platform detection fell back to cisco_ios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lacks N9K/CSR/… and no version banner in the dump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main.py --platform cisco_nxos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Command status no_template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registered or convention-named template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template (Parsing section) or raw_only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Command status partial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matched 0 rows — often a format difference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test-template against that exact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 ERROR: status 'no_template'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check's command didn't parse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parsing first; the check can't be judged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 ERROR: Path resolution failed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doesn't fit the parsed 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report.py parse … to see the real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 passes but shouldn't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[*] found 0 items (vacuous pass)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count: or match: 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validate: 'count' must be a mapping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count: 3 instead of a condition/value mapping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count: {condition: gte, value: 3}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skip_if never skips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 non-existent condition like not_matches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with a negative lookahead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— every command-line option (1/2)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the argparse definitions; each option is explained on its own slide above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645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--platform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playbook.py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78608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--playbook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--dry-run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--from-step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--only-type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85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collect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5993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--devices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--from-dir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--raw-dir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--password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84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parse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583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--command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--raw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test-template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1645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--template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--raw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--command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--platform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validate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27614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--checks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054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baseline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3284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--snapshot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803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coverage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407822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--snapshot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--checks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health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5010912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--snapshot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--checks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--device-checks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--baseline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--verify-only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health (cont.)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--report-mode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health-all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212848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--default-checks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--device-checks-dir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--output-file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--since-days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--baseline-dir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--verify-only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--report-mode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846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85248" y="384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— every command-line option (2/2)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the argparse definitions; each option is explained on its own slide above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health-diff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645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--before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--after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health-trend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786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--runs-dir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--checks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36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delta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112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--before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--after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delta-all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4398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--before-dir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--after-dir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--output-file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--format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68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search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424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--command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search (cont.)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1645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--raw-only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--parsed-only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--case-sensitive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--context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fetch_logs.py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2761488"/>
            <a:ext cx="2743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--user  --username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--banner-timeout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--auth-timeout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--tcp-keepalive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--compress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--key-passphrase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--no-keys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--no-keyboard-interactive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--host-key-check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--known-hosts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--legacy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--kex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--cipher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fetch_logs.py (cont.)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164592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--mac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--host-key-alg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--remote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--local-root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--pattern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--name-contains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--if-exists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--dry-run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--verbose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77240" y="27614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267919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network_cli_parser/PARSER_SOP.md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41985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310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checks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3337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network_cli_parser/checks/example_health_checks.yaml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07822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96849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playbooks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399592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network_cli_parser/playbooks/reference.csv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7365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62686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template's sample + expected JSON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465429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network_cli_parser/data/reference/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53949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52852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help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531266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report.py &lt;subcommand&gt; --help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CLI Parser — Complete Usage Guide</dc:title>
  <dc:subject>PptxGenJS Presentation</dc:subject>
  <dc:creator>PptxGenJS</dc:creator>
  <cp:lastModifiedBy>PptxGenJS</cp:lastModifiedBy>
  <cp:revision>1</cp:revision>
  <dcterms:created xsi:type="dcterms:W3CDTF">2026-09-30T14:09:52Z</dcterms:created>
  <dcterms:modified xsi:type="dcterms:W3CDTF">2026-09-30T14:09:52Z</dcterms:modified>
</cp:coreProperties>
</file>