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88952" cy="73152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Network CLI Structured Parser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AACCEE"/>
                </a:solidFill>
                <a:latin typeface="Calibri"/>
              </a:rPr>
              <a:t>Standard Operating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ACC"/>
                </a:solidFill>
                <a:latin typeface="Calibri"/>
              </a:rPr>
              <a:t>Parsing · Health Checks · Compound Conditions · Reports · Collector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688AA"/>
                </a:solidFill>
                <a:latin typeface="Calibri"/>
              </a:rPr>
              <a:t>cisco_nxos  ·  cisco_ios  ·  TextFSM  ·  TTP  ·  YAML Checks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1. Overview &amp; Architecture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2. Running the Parser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3. Directory Structure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4. Status Codes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5. Adding a New Command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6. TextFSM Templates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7. TTP Templates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8. Pipe-Filtered Commands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9. commands.yaml Reference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10. Report Generator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577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11. Health Check Path Syntax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12. Conditions (14 total)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13. match: all vs any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14. Severity Levels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15. ★ AND Conditions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16. ★ one_of / not_one_of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17. ★ Branches IF/ELIF/ELSE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18. ★ print Field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19. Per-Device Overrides &amp; Baseline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20. Delta · HTML Reports · Collector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3840480"/>
            <a:ext cx="5852160" cy="1554480"/>
          </a:xfrm>
          <a:prstGeom prst="rect">
            <a:avLst/>
          </a:prstGeom>
          <a:solidFill>
            <a:srgbClr val="FFFAE5"/>
          </a:solidFill>
          <a:ln w="1270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385876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6B00"/>
                </a:solidFill>
                <a:latin typeface="Calibri"/>
              </a:rPr>
              <a:t>★ = New features in this release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Overview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One JSON snapshot per device — every command, every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Parser Chain (per command):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1430000" cy="2468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36192"/>
            <a:ext cx="11210544" cy="23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44444"/>
                </a:solidFill>
                <a:latin typeface="Courier New"/>
              </a:rPr>
              <a:t>commands.yaml lookup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raw_only       → skip parsing, preserve raw text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ntc            → NTC Templates (ntc-templates library)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custom         → Custom TextFSM template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ttp            → TTP template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hierarchical   → Python regex parser (multicast / VRF-nested)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└── auto_discover  (unknown commands)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1: NTC Templates (reconstructed command string)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2: Convention TextFSM  {platform}_{cmd}.textfsm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3: Convention TTP      {platform}_{cmd}.ttp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└── no_template  (raw preserved, structured parsing skipped)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8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Every command found in the log appears in JSON output — even commands without a template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Platforms supported: cisco_nxos, cisco_ios (extensible via commands.yaml)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Auto-discovery requires no YAML edit — just drop a template file in the right folder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JSON output: one file per device, containing metadata + commands dict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Running the Parser  (main.py)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Installation &amp; Quick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6858000" cy="22402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536192"/>
            <a:ext cx="6638544" cy="2093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cd network_cli_parser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pip install -r requirements.txt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Single .txt file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data/raw/N9K-CAMA-WAN-1_03-May-26.txt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Entire directory (all .txt files)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Custom output directory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 --output /tmp/parsed/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143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463040"/>
            <a:ext cx="4297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One JSON file per input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Written to data/json/ by default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Filename: &lt;hostname&gt;_&lt;date&gt;.json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Contains metadata + commands dict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Raw output always preserved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JSON Snapshot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160520"/>
            <a:ext cx="11430000" cy="22860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4233672"/>
            <a:ext cx="11210544" cy="2139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"metadata": { "hostname": "N9K-CAMA-WAN-1", "platform": "cisco_nxos",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   "collection_time": "2026-05-29T10:00:00"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"commands":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"show_version": { "status": "parsed", "raw": "...", "parsed": [{...}]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"show_ip_bgp_summary": { "status": "parsed", "raw": "...", "parsed": [{...}]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Status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Every command entry in the JSON carries one of these status values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1556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94944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Template Required?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returned structured data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ran but returned 0 rows (template matched nothing)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raw_only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Explicitly registered as skip in commands.yaml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 (intentional)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failed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threw an exception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 (broken template)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no_template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 in registry; auto-discovery found nothing; raw preserved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Build 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How to handle no_template commands: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262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The raw output is always preserved — nothing is lost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Write a TextFSM or TTP template, drop it in templates/ — re-run and it auto-discovers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Or add an explicit entry to commands.yaml pointing at the new template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Adding a New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Three options — pick the one that fits your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950208" cy="2743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15568"/>
            <a:ext cx="3858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A — Explicit YAML registration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394960" cy="14630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36192"/>
            <a:ext cx="5175504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commands.yaml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show ip pim neigh: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parser: custom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template: cisco_nxos_show_ip_pim_neigh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97280"/>
            <a:ext cx="4251960" cy="27432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1155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B — Auto-discovery (no YAML edit)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63040"/>
            <a:ext cx="5760720" cy="2057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536192"/>
            <a:ext cx="5541264" cy="1911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Drop the file in the right folder: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templates/custom/routing/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cisco_nxos_show_ip_pim_neigh.textfsm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OR for TTP: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templates/ttp/routing/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cisco_nxos_show_ip_pim_neigh.ttp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Auto-discovered on next run — no YAML edit!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63240"/>
            <a:ext cx="4453128" cy="274320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081528"/>
            <a:ext cx="43616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C — Run first, build template 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2900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Run main.py with the new log — command appears as  status: no_template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Raw output is preserved in JSON — no data is lost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Build a template, drop it in templates/ — re-run and it auto-discovers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5204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Naming convention (auto-discovery):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3886200"/>
            <a:ext cx="57607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3959352"/>
            <a:ext cx="55412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Command: show ip pim neigh  (cisco_nxos)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Normalized key: show_ip_pim_neigh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TextFSM: cisco_nxos_show_ip_pim_neigh.textfsm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TTP:     cisco_nxos_show_ip_pim_neigh.ttp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TextFSM Templates  (parser: custom)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State-machine parser — ideal for tabular show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Syntax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920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Value FIELD_NAME (regex)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Filldown VRF (\S+)   # Carries forward across rows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Start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^header line regex -&gt; Continue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^${FIELD}\s+${OTHER}  -&gt; 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EOF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Key directives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1417320"/>
          <a:ext cx="57607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8404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Directive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Value X (re)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Capture group, stored in field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Filldown X (re)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 carries forward until overwritten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-&gt; Record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Emit current row to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-&gt; Continue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Re-process line in current 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Emit buffered row at end of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 — Multi-VRF PIM neighbor 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49039"/>
            <a:ext cx="11430000" cy="27432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822191"/>
            <a:ext cx="11210544" cy="2596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Value Filldown VRF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NEIGHBOR (\d+\.\d+\.\d+\.\d+)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UPTIME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STATE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Start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^PIM Neighbor.*VRF\s+${VRF} -&gt; 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^\s*${NEIGHBOR}\s+\S+\s+${UPTIME}\s+${STATE} -&gt; 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^PIM Neighbor.*VRF\s+${VRF} -&gt; Continue.Record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EOF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TTP Templates  (parser: ttp)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Template Text Parser — ideal for hierarchical JSON output (VRF → neighbors)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Flat neighbor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6916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&lt;group name="neighbors"&gt;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{{ neighbor_id }}  {{ priority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state | re("\\S+/\\s*\\S*")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uptime }}  {{ address }}  {{ interface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&lt;/group&gt;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Hierarchical (VRF → neighbors)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&lt;group name="vrfs"&gt;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BGP summary for VRF {{ vrf }}, af {{ afi | re(".+")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BGP router identifier {{ router_id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&lt;group name="neighbors"&gt;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neighbor | re("\\d+\\.\\d+\\.\\d+\\.\\d+")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{{ remote_as }}  {{ updown }}  {{ state_pfx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&lt;/group&gt;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&lt;/group&gt;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004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Result JSON structure (hierarchical)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10058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3593592"/>
            <a:ext cx="11210544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 "vrfs": [{ "vrf": "default", "afi": "IPv4 Unicast", "router_id": "10.0.0.1",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"neighbors": [{ "neighbor": "10.0.0.2", "remote_as": "65002",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                "updown": "2w3d", "state_pfx": "100" }] }]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66344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Use re() when field contains spaces  (e.g. FULL/ - would break default whitespace split)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Use an IP-anchored regex on the first field to avoid accidentally matching header lines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Naming: {platform}_{normalized_cmd}.ttp  →  cisco_nxos_show_ip_bgp_summary_vrf_all.ttp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Pipe-Filtered Commands  ( | include / | grep … 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Piped output has a different structure — it gets its own key and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Normalization behaviour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155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49377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command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Normalized key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 | include 65001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show_ip_bgp_summary_include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 | exclude Connected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show_ip_bgp_summary_exclude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begin 10.0.0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show_ip_route_begin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grep 10.0.0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show_ip_route_grep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count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show_ip_route_count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Template file naming (auto-discovered):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77639"/>
            <a:ext cx="548640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050791"/>
            <a:ext cx="526694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TextFSM (drop in templates/custom/):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cisco_nxos_show_ip_bgp_summary_include.textfsm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TTP (drop in templates/ttp/):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cisco_nxos_show_ip_bgp_summary_include.ttp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No YAML edit needed — auto-discovered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36576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Explicit YAML registration: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3977639"/>
            <a:ext cx="576072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4050791"/>
            <a:ext cx="554126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cisco_nxos: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show ip bgp summary | include: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parser: custom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template: cisco_nxos_show_ip_bgp_summary_include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Note: use the literal '| include' as the key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The mapper normalizes it at load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Report Generator  (report.py)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Operates on JSON snapshots; supports JSON + self-contained HTML output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155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21792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Subcommand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 diff between two snapshots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/ 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delta-all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Per-device delta across two directories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HTML + index.html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YAML check file vs single snapshot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/ HTML (exit 1 on critical fail)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health-all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 checks across all snapshots in a dir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Single combined HTML report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Auto-generate starter check YAML from current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YAML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collect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Collect via SSH (online) or process .txt dumps (offline)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snapshots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Common invocations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480560"/>
            <a:ext cx="1143000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4553712"/>
            <a:ext cx="1121054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 --snapshot data/json/N9K.json --checks checks/base.yaml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 --snapshot data/json/N9K.json --checks checks/base.yaml --output health.html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health-all --dir data/json/ --default-checks checks/base.yaml --output-dir reports/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delta --before before/N9K.json --after after/N9K.json --output delta.html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delta-all --before-dir snapshots/03-May/ --after-dir snapshots/04-May/ --output-dir reports/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baseline --snapshot data/json/N9K.json --output checks/baseline.yaml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collect --from-dir data/raw/ --output-dir data/json/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Health Check — Path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Paths navigate the parsed JSON structure of a command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155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5097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Index into a list  →  first element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[*]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Expand ALL items of a list OR all values of a dict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.field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Access a dict key  (dot is optional at start of 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Dict key at the start of a path (no leading dot needed)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8803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200400"/>
          <a:ext cx="111556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accesses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[0].os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First element of a list, os 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[*].status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status field from every row in a list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vrfs[*].summary.total_routes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total_routes from summary of every VRF in a 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neighbors[*].state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state from every neighbor in a list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goid[*].peer[*].ike_status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ike_status from every peer inside every GOID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When [*] expands multiple values → condition is checked against each one  (all must pass by default; use  match: any  to require at least one)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Conditions — 14 Built-in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Use the condition field in a check definition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3000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Passes when (actual vs expected)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==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!= expected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gt / gte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&gt;  /  &gt;=  expected (numeric)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lt / lte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&lt;  /  &lt;=  expected (numeric)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contains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contains expected substring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not_contains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does NOT contain expected substring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matches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matches expected regex  (re.search)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one_of  ★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is in the expected list  →  value: [a, b, c]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not_one_of 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is NOT in the expected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duration_gt / duration_gte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 duration  &gt;  /  &gt;=  expected duration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duration_lt / duration_lte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 duration  &lt;  /  &lt;=  expected 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6235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★ one_of / not_one_of are new — see slide 16 for full examples  |  Duration conditions parse strings like '5w2d', '00:03:42', 'never'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Duration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Compare uptime / timer strings without manual string 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Supported input formats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Interpreted as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5w2d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 weeks + 2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2d03h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2 days + 3 hours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1y3w2d4h5m6s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full decomposition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00:03:42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HH:MM:SS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15:30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MM:SS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5week2day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spelled-out units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never / n/a / 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0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42 seconds (bare integer)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 checks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417320"/>
            <a:ext cx="5760720" cy="45720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1490472"/>
            <a:ext cx="5541264" cy="4425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BGP session up at least 2 days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session stable"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show_ip_bgp_summary_vrf_all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"vrfs[*].neighbors[*].updown"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"2d"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OSPF neighbor up more than 1 week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"OSPF neighbor stable"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show_ip_ospf_neighbors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"neighbors[*].uptime"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duration_gt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"1w"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PIM neighbor recently reset (&lt; 1h)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"PIM neighbor fresh"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show_ip_pim_neigh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"[*].UPTIME"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duration_lt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"1h"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920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Both  actual  (from snapshot) and  value  (from YAML) go through the same parser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Use any supported format in either field — they don't need to match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0 is NOT &gt; 0 — 'never' fails  duration_gt: '0s'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match  and  severity 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Control how multi-value expansion is evaluated + how failures affect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match: all / any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 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Default?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Passes when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Every expanded value satisfies the condition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At least one expanded value satisfies the condition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2651760"/>
            <a:ext cx="548640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24912"/>
            <a:ext cx="526694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At least one IKE peer is Established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"IKE peer alive"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show_crypto_gkm_ks_coop_detail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"goid[*].peer[*].ike_status"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matches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"Established"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match: any   # pass if ANY peer is 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severity: critical / warn / info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80760" y="1417320"/>
          <a:ext cx="57607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Default?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Exit code on failure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1  — blocks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warn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0  — shown in report only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0  — informational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2651760"/>
            <a:ext cx="576072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2724912"/>
            <a:ext cx="554126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MTU mismatch is a warning, not a blocker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"MTU is jumbo"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Baseline checks default to warn so they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never block CI until explicitly promoted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1206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Both match and severity are optional — omitting them uses the defaults (all / critical)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AND Conditions  (New)  — conditions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All conditions in the list must pass for each resolved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Use case: range checks — value must be &gt; min AND &lt; 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6858000" cy="4206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36192"/>
            <a:ext cx="6638544" cy="4059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BGP prefix count must be between 1 and 500,000 (both bounds must hold)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prefix count in valid range"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"neighbors[*].prefixes_received"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                        # ← list replaces single condition/value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lte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500000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critical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Works with match: any too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"At least one interface has valid 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1500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lte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match: 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097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46304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Each item in conditions has its own condition + value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An item passes only if ALL conditions pass (AND logic)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On failure, every failing sub-condition is listed separately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match: all (default) and match: any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Cannot combine conditions with branches in the same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2976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Failure output (terminal)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617720"/>
            <a:ext cx="43891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7" y="4690872"/>
            <a:ext cx="41696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✗ BGP prefix count   [fail]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path:    neighbors[0].prefixes_received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actual:  600000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reason:  600000 not &lt;= 500000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one_of  and  not_one_of 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Value must be in (or not in) a list of allowed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one_of — value must be in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3200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3054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Interface protocol must be 'up' or 'connected'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"Interface protocol valid"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"[*].line_protocol"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["up", "connected"]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BGP state must be Established or Active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peer state acceptable"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"neighbors[*].state_pfx"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["Established", "Active", "Idle"]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not_one_of — value must NOT be in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3200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3054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No interface description should be DECOM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"No decom interface"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"[*].description"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not_one_of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["DECOM", "DECOMMISSIONED", "DELETE"]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Spanning tree state — block bad states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"No STP blocking"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show_spanning_tree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"[*].port_state"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not_one_of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["BLK", "discarding"]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7091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02920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value must be a YAML list  [item1, item2, ...]  — a plain string value causes an error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Works with match: all (default) or match: any — e.g. require at least one interface to be up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Combines with severity: warn/info to make non-blocking checks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Conditional Branches  IF / ELIF / ELSE 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Apply different checks depending on a field value in each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Syntax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6858000" cy="50749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6638544" cy="4928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- name: "MTU matches interface type"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"[*]"               # must resolve to dict rows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branches: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when:                 # IF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type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loopback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then: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65535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when:                 # ELIF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type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contains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Ethernet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then: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default:              # ELSE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1500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097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417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path must resolve to dict rows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when: field/condition/value is the IF guard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Branches are evaluated in order — first match wins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default fires if no when matched (ELSE)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No match + no default → row passes vacuously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Non-dict row → fail with type error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match: all / any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print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617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then / default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937760"/>
            <a:ext cx="43891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7" y="5010912"/>
            <a:ext cx="41696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then:            # or default: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field: mtu     # field to evaluate in the row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eq  # any standard condition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9216    # expected value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print Field  (New)  — Surface Values in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Display resolved values on every check — pass or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Two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943600" cy="4754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724144" cy="4608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print: true  — raw path → value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"Current OS version"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"[0].version"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matches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"17\\..*"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print: true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Terminal output: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✓ Current OS version   [pass]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  [0].version -&gt; '17.6.1a'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print: "template"  — compose a sentence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prefix count"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"neighbors[*].prefixes_received"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{condition: gte, value: 1}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{condition: lte, value: 500000}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print: "Peer {path} has {value} prefixes"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Terminal output per peer: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Peer neighbors[0].prefixes_received has 12453 prefixes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097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Template placeholders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30352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Placeholder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Replaced with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{value}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The resolved actual value (str)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{path}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The resolved path string  e.g. neighbors[0].state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2423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Works with all check 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7432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Simple checks  (condition + value)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AND checks  (conditions list)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Branches  (when/then/default)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Shown on BOTH pass and fail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One printed line per resolved item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Also rendered in HTML report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4892040"/>
            <a:ext cx="5303520" cy="16459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4965192"/>
            <a:ext cx="5084064" cy="1499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# print with branches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- name: "MTU by type"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path: "[*]"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print: "Interface {path} MTU is {value}"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branches: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- when: {field: type, condition: eq, value: loopback}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then: {field: mtu, condition: eq, value: 65535}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- default: {field: mtu, condition: gte, value: 1500}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Compound Conditions — Full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Combining conditions, branches, print, match, and severity in one check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5486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16152"/>
            <a:ext cx="11210544" cy="5340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checks: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AND conditions — range check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"BGP prefix count in range"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show_ip_bgp_summary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"neighbors[*].prefixes_received"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condition: gte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value: 1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condition: lte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value: 500000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print: "Peer {path} has {value} prefixes"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critical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one_of — valid protocol states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"Interface protocol valid"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"[*].line_protocol"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condition: one_of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value: ["up", "connected"]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match: all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critical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not_one_of — no decom 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"No DECOM interface"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"[*].description"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condition: not_one_of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value: ["DECOM", "DECOMMISSIONED"]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warn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Branches IF/ELIF/ELSE — MTU by interface type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"MTU matches interface type"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print: "Interface {path} MTU={value}"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branches: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when: {field: type, condition: eq, value: loopback}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then: {field: mtu, condition: eq, value: 65535}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when: {field: type, condition: contains, value: Ethernet}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then: {field: mtu, condition: eq, value: 9216}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default: {field: mtu, condition: gte, value: 1500}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Per-Device Check Overrides  &amp;  Baseline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Two-tier check system: default checks + per-device overrides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Per-device override 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3794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3648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checks/devices/N9K-CAMA-WAN-1.yaml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checks: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# OVERRIDE: replaces default check (same name)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name: "VPC peer link status is up"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command: show_vpc_brief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path: "[*].status"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condition: not_contains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value: "peer-link down"  # more permissive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# ADDITION: only for this device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name: "Hostname matches expected"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command: show_version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path: "[0].hostname"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value: "N9K-CAMA-WAN-1"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Merge rule: device check WINS on name clash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All other default checks remain unchanged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CLI usage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2468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23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Single device with override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--snapshot      data/json/N9K.json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--checks        checks/base.yaml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--device-checks checks/devices/N9K.yaml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All devices — auto-loads {hostname}.yaml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health-all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--dir               data/json/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--default-checks    checks/base.yaml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--device-checks-dir checks/devices/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       reports/health/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3977639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Auto-baseline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4297680"/>
            <a:ext cx="5760720" cy="1920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4370832"/>
            <a:ext cx="5541264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baseline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--snapshot data/json/N9K.json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   checks/baseline_N9K.yaml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Generates eq checks for every scalar field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Default severity: warn (won't block CI)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Review and promote critical ones manually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035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File naming: checks/devices/{hostname}.yaml — loaded automatically in health-all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Devices with no matching file use only the default checks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Delta Report — Field-Level Diff Between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Natural-key row matching — position changes are not reported as diffs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Natural key priority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Natural key tried (in order)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INTERFACE / interface / 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Interface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NEIGHBOR / neighbor / neighbor_id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BGP / OSPF neighbor tables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NETWORK / PREFIX /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Route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VLAN / vlan_id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VLAN tables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Index (fallback)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Any other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JSON output 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417320"/>
            <a:ext cx="5760720" cy="40233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1490472"/>
            <a:ext cx="5541264" cy="3877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"metadata":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"before": {"hostname": "...", "collection_time": "..."},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"after":  {"hostname": "...", "collection_time": "..."}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"summary":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"commands_added":     ["cmd_a"],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"commands_removed":   [],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"commands_changed":   ["show_vpc_brief"],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"commands_unchanged": ["show_version", "..."]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"changes":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"show_vpc_brief":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"diffs": [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"path":   "parsed[port=Po10].status",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"before": "up",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"after":  "down"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Row moving position in a list is NOT reported — only genuine field value changes are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Commands present in only one snapshot appear as added / removed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delta-all matches devices across directories by metadata.hostname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HTML Reports — Self-Contained, No Internet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All CSS and JS embedded; single .html file per report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Single-device health report layout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39496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Summary cards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Total / Passed / Failed / Errors at a glance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Check results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Color-coded card per check; failures show path, actual, reason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Severity badges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WARN / INFO badges on non-critical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Printed values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Rendered per-item printed list (pass and fail)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Raw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Every command's raw CLI text; Expand All / Collapse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Parsed JSON outputs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Structured parsed data per command; separate Expand 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Combined health-all report  (health_report.html)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1417320"/>
          <a:ext cx="576072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Summary cards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Devices / Total check evals / Passed / Failed / Errors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Check × device matrix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Row per check, column per device; PASS/FAIL/ERR cells colour-coded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Matrix cell links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Click any cell → scrolls to that device's accordion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Per-device accordions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Click device name → expands full detail section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Accordion: checks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Full check result list with pass/fail badges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Accordion: raw CLI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All command raw outputs; Expand All / Collapse 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Accordion: parsed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Structured JSON per command; separate Expand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2976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Delta report layout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617720"/>
          <a:ext cx="53949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Metadata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Before → After hostname and timestamp side by 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Summary cards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Added / Removed / Changed / Unchanged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Added / removed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Command names as pills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Changed commands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Diff table: path / before (red) / after (green)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Raw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Changed: before + after side by 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80760" y="42976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delta-all index page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80760" y="4617720"/>
          <a:ext cx="5760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Hostname /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matched or UNMATCHED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Added / Removed / Changed / Unchanged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counts from delta summary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Report 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Links to per-device delta 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Row style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Muted if clean; faded grey if unmatched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6537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health-all produces ONE combined HTML (no per-device files, no index).  delta-all produces per-device HTMLs + index.html.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Snapshot Collector  (report.py collect)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Full pipeline: from live device to JSON snapshot — no main.py call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Offline mode (no SSH needed)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7373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591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Process existing .txt CLI dumps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--from-dir   data/raw/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data/json/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Same parsing pipeline as main.py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SSH mode (requires  pip install netmiko)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566160"/>
            <a:ext cx="5486400" cy="16916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639312"/>
            <a:ext cx="5266944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--devices    devices.yaml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--raw-dir    data/raw/      # optional .txt dumps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data/json/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--password   &lt;pw&gt;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devices.yaml format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417320"/>
            <a:ext cx="5760720" cy="33832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490472"/>
            <a:ext cx="5541264" cy="3236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defaults: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username: admin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password: ""      # leave blank, use --password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timeout: 30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devices: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N9K-CAMA-WAN-1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192.168.1.1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cisco_nxos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IOS-RTR-1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10.0.0.1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cisco_ios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username: ops        # override defaults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N9K-CAMA-WAN-2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192.168.1.2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cisco_nxos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commands:            # explicit list (overrides registry)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- show 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- show ip bgp summary vrf 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End-to-end workflow: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669280"/>
            <a:ext cx="11430000" cy="9601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5742432"/>
            <a:ext cx="11210544" cy="8138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--devices devices.yaml --output-dir data/json/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delta-all --before-dir data/json-prev/ --after-dir data/json/ --output-dir reports/delta/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Produces reports/delta/{hostname}_delta.html  +  reports/delta/index.html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health-all --dir data/json/ --default-checks checks/base.yaml --output-dir reports/health/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Produces single reports/health/health_report.html  (matrix + per-device accordions)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Network CLI Structured Parser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ACCEE"/>
                </a:solidFill>
                <a:latin typeface="Calibri"/>
              </a:rPr>
              <a:t>Quick Reference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058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main.py  →  Parse .txt dumps to JSON  (data/json/)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collect  →  SSH or offline batch collection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health  →  YAML checks against snapshot (exit 1 on critical fail)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delta   →  Field-level diff between two snapshots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baseline →  Auto-generate starter check YAML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Compound checks: conditions (AND) · one_of / not_one_of · branches (IF/ELIF/ELSE)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print field: surface resolved values in terminal + HTML on pass and fail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match: any — at least one value must pass;  severity: warn/info — no CI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88AA"/>
                </a:solidFill>
                <a:latin typeface="Calibri"/>
              </a:rPr>
              <a:t>Full reference: PARSER_SOP.md  |  Starter checks: checks/example_health_checks.yaml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